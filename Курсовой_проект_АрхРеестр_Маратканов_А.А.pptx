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D8E2"/>
    <a:srgbClr val="B3EBF2"/>
    <a:srgbClr val="C3EFF5"/>
    <a:srgbClr val="29E6FF"/>
    <a:srgbClr val="97E3ED"/>
    <a:srgbClr val="E9F9FB"/>
    <a:srgbClr val="00757E"/>
    <a:srgbClr val="C0EEF4"/>
    <a:srgbClr val="FEFEFE"/>
    <a:srgbClr val="BE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6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4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15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3EBF2"/>
            </a:gs>
            <a:gs pos="77000">
              <a:srgbClr val="FEFEFE"/>
            </a:gs>
            <a:gs pos="26000">
              <a:srgbClr val="FEFEFE"/>
            </a:gs>
            <a:gs pos="100000">
              <a:srgbClr val="BEEEF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182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ФЕДЕРАЛЬНОЕ ГОСУДАРСТВЕННОЕ БЮДЖЕТНОЕ ОБРАЗОВАТЕЛЬНОЕ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УЧРЕЖДЕНИЕ ВЫСШЕГО ОБРАЗОВАНИЯ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«САНКТ-ПЕТЕРБУРГСКИЙ ГОСУДАРСТВЕННЫЙ УНИВЕРСИТЕТ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ТЕЛЕКОММУНИКАЦИЙ ИМ. ПРОФ. М.А. БОНЧ-БРУЕВИЧА»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(СПбГУТ)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АРХАНГЕЛЬСКИЙ КОЛЛЕДЖ ТЕЛЕКОММУНИКАЦИЙ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ИМ. Б.Л. РОЗИНГА (ФИЛИАЛ) СПбГУТ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(АКТ (ф) СПбГУТ)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359489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400" b="1" dirty="0" smtClean="0">
                <a:solidFill>
                  <a:srgbClr val="006064"/>
                </a:solidFill>
              </a:rPr>
              <a:t>Дипломный</a:t>
            </a:r>
            <a:r>
              <a:rPr lang="en-US" sz="2400" b="1" dirty="0" smtClean="0">
                <a:solidFill>
                  <a:srgbClr val="006064"/>
                </a:solidFill>
              </a:rPr>
              <a:t> </a:t>
            </a:r>
            <a:r>
              <a:rPr lang="en-US" sz="2400" b="1" dirty="0">
                <a:solidFill>
                  <a:srgbClr val="006064"/>
                </a:solidFill>
              </a:rPr>
              <a:t>проект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0" y="278163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РАЗРАБОТКА </a:t>
            </a:r>
            <a:r>
              <a:rPr lang="ru-RU" sz="2000" b="1" dirty="0" smtClean="0">
                <a:solidFill>
                  <a:srgbClr val="00ACC1"/>
                </a:solidFill>
              </a:rPr>
              <a:t>ИНФОРМАЦИОННОЙ </a:t>
            </a:r>
            <a:r>
              <a:rPr lang="en-US" sz="2000" b="1" dirty="0" smtClean="0">
                <a:solidFill>
                  <a:srgbClr val="00ACC1"/>
                </a:solidFill>
              </a:rPr>
              <a:t>СИСТЕМЫ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АРХРЕЕСТР. ПОИСК НЕДВИЖИМОСТИ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742261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Студент группы ИСПП-21: Маратканов Андрей Алексеевич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09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000000"/>
                </a:solidFill>
              </a:rPr>
              <a:t>Руководитель</a:t>
            </a:r>
            <a:r>
              <a:rPr lang="en-US" sz="1400" dirty="0" smtClean="0">
                <a:solidFill>
                  <a:srgbClr val="000000"/>
                </a:solidFill>
              </a:rPr>
              <a:t>: </a:t>
            </a:r>
            <a:r>
              <a:rPr lang="ru-RU" sz="1400" dirty="0" smtClean="0">
                <a:solidFill>
                  <a:srgbClr val="000000"/>
                </a:solidFill>
              </a:rPr>
              <a:t>Садовский Роман Викторович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604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Архангельск, </a:t>
            </a:r>
            <a:r>
              <a:rPr lang="en-US" sz="1200" dirty="0" smtClean="0">
                <a:solidFill>
                  <a:srgbClr val="666666"/>
                </a:solidFill>
              </a:rPr>
              <a:t>202</a:t>
            </a:r>
            <a:r>
              <a:rPr lang="ru-RU" sz="1200" dirty="0" smtClean="0">
                <a:solidFill>
                  <a:srgbClr val="666666"/>
                </a:solidFill>
              </a:rPr>
              <a:t>6</a:t>
            </a:r>
            <a:endParaRPr lang="en-US" sz="1200" dirty="0"/>
          </a:p>
        </p:txBody>
      </p:sp>
      <p:pic>
        <p:nvPicPr>
          <p:cNvPr id="9" name="Рисунок 8" descr="Изображение выглядит как логотип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74151E-875C-3F5B-64CF-13FDB55E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960" y="1583221"/>
            <a:ext cx="830080" cy="821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Актуальность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29360" y="2173605"/>
            <a:ext cx="668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dirty="0"/>
          </a:p>
        </p:txBody>
      </p:sp>
      <p:sp>
        <p:nvSpPr>
          <p:cNvPr id="8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 smtClean="0">
                <a:solidFill>
                  <a:srgbClr val="666666"/>
                </a:solidFill>
              </a:rPr>
              <a:t>1/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7673838-6841-49B6-A425-DEA007ED6C37}"/>
              </a:ext>
            </a:extLst>
          </p:cNvPr>
          <p:cNvGrpSpPr/>
          <p:nvPr/>
        </p:nvGrpSpPr>
        <p:grpSpPr>
          <a:xfrm>
            <a:off x="1249680" y="822960"/>
            <a:ext cx="6644640" cy="1005840"/>
            <a:chOff x="0" y="822960"/>
            <a:chExt cx="9144000" cy="1188720"/>
          </a:xfr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E9F9FB"/>
              </a:gs>
              <a:gs pos="83000">
                <a:srgbClr val="E9F9FB"/>
              </a:gs>
              <a:gs pos="100000">
                <a:srgbClr val="E9F9FB"/>
              </a:gs>
            </a:gsLst>
            <a:lin ang="2700000" scaled="1"/>
            <a:tileRect/>
          </a:gradFill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B99F8E9C-2DC9-4389-8A59-D1DB3CA522C1}"/>
                </a:ext>
              </a:extLst>
            </p:cNvPr>
            <p:cNvSpPr/>
            <p:nvPr/>
          </p:nvSpPr>
          <p:spPr>
            <a:xfrm>
              <a:off x="0" y="822960"/>
              <a:ext cx="9144000" cy="1188720"/>
            </a:xfrm>
            <a:custGeom>
              <a:avLst/>
              <a:gdLst>
                <a:gd name="connsiteX0" fmla="*/ 0 w 9144000"/>
                <a:gd name="connsiteY0" fmla="*/ 0 h 1188720"/>
                <a:gd name="connsiteX1" fmla="*/ 744583 w 9144000"/>
                <a:gd name="connsiteY1" fmla="*/ 0 h 1188720"/>
                <a:gd name="connsiteX2" fmla="*/ 1580606 w 9144000"/>
                <a:gd name="connsiteY2" fmla="*/ 0 h 1188720"/>
                <a:gd name="connsiteX3" fmla="*/ 2050869 w 9144000"/>
                <a:gd name="connsiteY3" fmla="*/ 0 h 1188720"/>
                <a:gd name="connsiteX4" fmla="*/ 2795451 w 9144000"/>
                <a:gd name="connsiteY4" fmla="*/ 0 h 1188720"/>
                <a:gd name="connsiteX5" fmla="*/ 3265714 w 9144000"/>
                <a:gd name="connsiteY5" fmla="*/ 0 h 1188720"/>
                <a:gd name="connsiteX6" fmla="*/ 3918857 w 9144000"/>
                <a:gd name="connsiteY6" fmla="*/ 0 h 1188720"/>
                <a:gd name="connsiteX7" fmla="*/ 4663440 w 9144000"/>
                <a:gd name="connsiteY7" fmla="*/ 0 h 1188720"/>
                <a:gd name="connsiteX8" fmla="*/ 5042263 w 9144000"/>
                <a:gd name="connsiteY8" fmla="*/ 0 h 1188720"/>
                <a:gd name="connsiteX9" fmla="*/ 5421086 w 9144000"/>
                <a:gd name="connsiteY9" fmla="*/ 0 h 1188720"/>
                <a:gd name="connsiteX10" fmla="*/ 6257109 w 9144000"/>
                <a:gd name="connsiteY10" fmla="*/ 0 h 1188720"/>
                <a:gd name="connsiteX11" fmla="*/ 6910251 w 9144000"/>
                <a:gd name="connsiteY11" fmla="*/ 0 h 1188720"/>
                <a:gd name="connsiteX12" fmla="*/ 7289074 w 9144000"/>
                <a:gd name="connsiteY12" fmla="*/ 0 h 1188720"/>
                <a:gd name="connsiteX13" fmla="*/ 7942217 w 9144000"/>
                <a:gd name="connsiteY13" fmla="*/ 0 h 1188720"/>
                <a:gd name="connsiteX14" fmla="*/ 9144000 w 9144000"/>
                <a:gd name="connsiteY14" fmla="*/ 0 h 1188720"/>
                <a:gd name="connsiteX15" fmla="*/ 9144000 w 9144000"/>
                <a:gd name="connsiteY15" fmla="*/ 582473 h 1188720"/>
                <a:gd name="connsiteX16" fmla="*/ 9144000 w 9144000"/>
                <a:gd name="connsiteY16" fmla="*/ 1188720 h 1188720"/>
                <a:gd name="connsiteX17" fmla="*/ 8765177 w 9144000"/>
                <a:gd name="connsiteY17" fmla="*/ 1188720 h 1188720"/>
                <a:gd name="connsiteX18" fmla="*/ 7929154 w 9144000"/>
                <a:gd name="connsiteY18" fmla="*/ 1188720 h 1188720"/>
                <a:gd name="connsiteX19" fmla="*/ 7184571 w 9144000"/>
                <a:gd name="connsiteY19" fmla="*/ 1188720 h 1188720"/>
                <a:gd name="connsiteX20" fmla="*/ 6439989 w 9144000"/>
                <a:gd name="connsiteY20" fmla="*/ 1188720 h 1188720"/>
                <a:gd name="connsiteX21" fmla="*/ 5695406 w 9144000"/>
                <a:gd name="connsiteY21" fmla="*/ 1188720 h 1188720"/>
                <a:gd name="connsiteX22" fmla="*/ 5225143 w 9144000"/>
                <a:gd name="connsiteY22" fmla="*/ 1188720 h 1188720"/>
                <a:gd name="connsiteX23" fmla="*/ 4389120 w 9144000"/>
                <a:gd name="connsiteY23" fmla="*/ 1188720 h 1188720"/>
                <a:gd name="connsiteX24" fmla="*/ 3735977 w 9144000"/>
                <a:gd name="connsiteY24" fmla="*/ 1188720 h 1188720"/>
                <a:gd name="connsiteX25" fmla="*/ 3357154 w 9144000"/>
                <a:gd name="connsiteY25" fmla="*/ 1188720 h 1188720"/>
                <a:gd name="connsiteX26" fmla="*/ 2704011 w 9144000"/>
                <a:gd name="connsiteY26" fmla="*/ 1188720 h 1188720"/>
                <a:gd name="connsiteX27" fmla="*/ 2142309 w 9144000"/>
                <a:gd name="connsiteY27" fmla="*/ 1188720 h 1188720"/>
                <a:gd name="connsiteX28" fmla="*/ 1580606 w 9144000"/>
                <a:gd name="connsiteY28" fmla="*/ 1188720 h 1188720"/>
                <a:gd name="connsiteX29" fmla="*/ 1018903 w 9144000"/>
                <a:gd name="connsiteY29" fmla="*/ 1188720 h 1188720"/>
                <a:gd name="connsiteX30" fmla="*/ 0 w 9144000"/>
                <a:gd name="connsiteY30" fmla="*/ 1188720 h 1188720"/>
                <a:gd name="connsiteX31" fmla="*/ 0 w 9144000"/>
                <a:gd name="connsiteY31" fmla="*/ 582473 h 1188720"/>
                <a:gd name="connsiteX32" fmla="*/ 0 w 9144000"/>
                <a:gd name="connsiteY32" fmla="*/ 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18872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61824" y="277933"/>
                    <a:pt x="9132307" y="440554"/>
                    <a:pt x="9144000" y="582473"/>
                  </a:cubicBezTo>
                  <a:cubicBezTo>
                    <a:pt x="9155693" y="724392"/>
                    <a:pt x="9144504" y="1032333"/>
                    <a:pt x="9144000" y="1188720"/>
                  </a:cubicBezTo>
                  <a:cubicBezTo>
                    <a:pt x="8988970" y="1199020"/>
                    <a:pt x="8866044" y="1195548"/>
                    <a:pt x="8765177" y="1188720"/>
                  </a:cubicBezTo>
                  <a:cubicBezTo>
                    <a:pt x="8664310" y="1181892"/>
                    <a:pt x="8307230" y="1228341"/>
                    <a:pt x="7929154" y="1188720"/>
                  </a:cubicBezTo>
                  <a:cubicBezTo>
                    <a:pt x="7551078" y="1149099"/>
                    <a:pt x="7499748" y="1178759"/>
                    <a:pt x="7184571" y="1188720"/>
                  </a:cubicBezTo>
                  <a:cubicBezTo>
                    <a:pt x="6869394" y="1198681"/>
                    <a:pt x="6636692" y="1169648"/>
                    <a:pt x="6439989" y="1188720"/>
                  </a:cubicBezTo>
                  <a:cubicBezTo>
                    <a:pt x="6243286" y="1207792"/>
                    <a:pt x="5997961" y="1199494"/>
                    <a:pt x="5695406" y="1188720"/>
                  </a:cubicBezTo>
                  <a:cubicBezTo>
                    <a:pt x="5392851" y="1177946"/>
                    <a:pt x="5342275" y="1201228"/>
                    <a:pt x="5225143" y="1188720"/>
                  </a:cubicBezTo>
                  <a:cubicBezTo>
                    <a:pt x="5108011" y="1176212"/>
                    <a:pt x="4779838" y="1151330"/>
                    <a:pt x="4389120" y="1188720"/>
                  </a:cubicBezTo>
                  <a:cubicBezTo>
                    <a:pt x="3998402" y="1226110"/>
                    <a:pt x="3962958" y="1213539"/>
                    <a:pt x="3735977" y="1188720"/>
                  </a:cubicBezTo>
                  <a:cubicBezTo>
                    <a:pt x="3508996" y="1163901"/>
                    <a:pt x="3439339" y="1197704"/>
                    <a:pt x="3357154" y="1188720"/>
                  </a:cubicBezTo>
                  <a:cubicBezTo>
                    <a:pt x="3274969" y="1179736"/>
                    <a:pt x="2881294" y="1205973"/>
                    <a:pt x="2704011" y="1188720"/>
                  </a:cubicBezTo>
                  <a:cubicBezTo>
                    <a:pt x="2526728" y="1171467"/>
                    <a:pt x="2311240" y="1175527"/>
                    <a:pt x="2142309" y="1188720"/>
                  </a:cubicBezTo>
                  <a:cubicBezTo>
                    <a:pt x="1973378" y="1201913"/>
                    <a:pt x="1820108" y="1165033"/>
                    <a:pt x="1580606" y="1188720"/>
                  </a:cubicBezTo>
                  <a:cubicBezTo>
                    <a:pt x="1341104" y="1212407"/>
                    <a:pt x="1159507" y="1176609"/>
                    <a:pt x="1018903" y="1188720"/>
                  </a:cubicBezTo>
                  <a:cubicBezTo>
                    <a:pt x="878299" y="1200831"/>
                    <a:pt x="259087" y="1233092"/>
                    <a:pt x="0" y="1188720"/>
                  </a:cubicBezTo>
                  <a:cubicBezTo>
                    <a:pt x="16745" y="957713"/>
                    <a:pt x="9790" y="875333"/>
                    <a:pt x="0" y="582473"/>
                  </a:cubicBezTo>
                  <a:cubicBezTo>
                    <a:pt x="-9790" y="289613"/>
                    <a:pt x="9950" y="281803"/>
                    <a:pt x="0" y="0"/>
                  </a:cubicBezTo>
                  <a:close/>
                </a:path>
                <a:path w="9144000" h="118872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72675" y="204553"/>
                    <a:pt x="9139152" y="453158"/>
                    <a:pt x="9144000" y="582473"/>
                  </a:cubicBezTo>
                  <a:cubicBezTo>
                    <a:pt x="9148848" y="711788"/>
                    <a:pt x="9166558" y="947698"/>
                    <a:pt x="9144000" y="1188720"/>
                  </a:cubicBezTo>
                  <a:cubicBezTo>
                    <a:pt x="8945849" y="1190520"/>
                    <a:pt x="8642473" y="1190710"/>
                    <a:pt x="8399417" y="1188720"/>
                  </a:cubicBezTo>
                  <a:cubicBezTo>
                    <a:pt x="8156361" y="1186730"/>
                    <a:pt x="8000910" y="1169017"/>
                    <a:pt x="7746274" y="1188720"/>
                  </a:cubicBezTo>
                  <a:cubicBezTo>
                    <a:pt x="7491638" y="1208423"/>
                    <a:pt x="7539137" y="1194736"/>
                    <a:pt x="7367451" y="1188720"/>
                  </a:cubicBezTo>
                  <a:cubicBezTo>
                    <a:pt x="7195765" y="1182704"/>
                    <a:pt x="7103813" y="1171890"/>
                    <a:pt x="6897189" y="1188720"/>
                  </a:cubicBezTo>
                  <a:cubicBezTo>
                    <a:pt x="6690565" y="1205550"/>
                    <a:pt x="6424425" y="1208132"/>
                    <a:pt x="6061166" y="1188720"/>
                  </a:cubicBezTo>
                  <a:cubicBezTo>
                    <a:pt x="5697907" y="1169308"/>
                    <a:pt x="5680290" y="1192972"/>
                    <a:pt x="5408023" y="1188720"/>
                  </a:cubicBezTo>
                  <a:cubicBezTo>
                    <a:pt x="5135756" y="1184468"/>
                    <a:pt x="5104702" y="1171322"/>
                    <a:pt x="4937760" y="1188720"/>
                  </a:cubicBezTo>
                  <a:cubicBezTo>
                    <a:pt x="4770818" y="1206118"/>
                    <a:pt x="4524353" y="1187182"/>
                    <a:pt x="4284617" y="1188720"/>
                  </a:cubicBezTo>
                  <a:cubicBezTo>
                    <a:pt x="4044881" y="1190258"/>
                    <a:pt x="4062748" y="1207211"/>
                    <a:pt x="3905794" y="1188720"/>
                  </a:cubicBezTo>
                  <a:cubicBezTo>
                    <a:pt x="3748840" y="1170229"/>
                    <a:pt x="3669854" y="1179105"/>
                    <a:pt x="3526971" y="1188720"/>
                  </a:cubicBezTo>
                  <a:cubicBezTo>
                    <a:pt x="3384088" y="1198335"/>
                    <a:pt x="3195773" y="1164236"/>
                    <a:pt x="2873829" y="1188720"/>
                  </a:cubicBezTo>
                  <a:cubicBezTo>
                    <a:pt x="2551885" y="1213204"/>
                    <a:pt x="2520987" y="1175002"/>
                    <a:pt x="2403566" y="1188720"/>
                  </a:cubicBezTo>
                  <a:cubicBezTo>
                    <a:pt x="2286145" y="1202438"/>
                    <a:pt x="1914274" y="1163139"/>
                    <a:pt x="1658983" y="1188720"/>
                  </a:cubicBezTo>
                  <a:cubicBezTo>
                    <a:pt x="1403692" y="1214301"/>
                    <a:pt x="1353305" y="1174520"/>
                    <a:pt x="1188720" y="1188720"/>
                  </a:cubicBezTo>
                  <a:cubicBezTo>
                    <a:pt x="1024135" y="1202920"/>
                    <a:pt x="516889" y="1247526"/>
                    <a:pt x="0" y="1188720"/>
                  </a:cubicBezTo>
                  <a:cubicBezTo>
                    <a:pt x="13816" y="962603"/>
                    <a:pt x="-13026" y="760994"/>
                    <a:pt x="0" y="630022"/>
                  </a:cubicBezTo>
                  <a:cubicBezTo>
                    <a:pt x="13026" y="499050"/>
                    <a:pt x="22708" y="183063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sz="2400" dirty="0"/>
            </a:p>
          </p:txBody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F2FA38D4-B464-4DEA-AE6A-C7EF19935A2D}"/>
                </a:ext>
              </a:extLst>
            </p:cNvPr>
            <p:cNvSpPr/>
            <p:nvPr/>
          </p:nvSpPr>
          <p:spPr>
            <a:xfrm>
              <a:off x="274320" y="1297731"/>
              <a:ext cx="8595361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>
                <a:buSzPct val="100000"/>
              </a:pPr>
              <a:r>
                <a:rPr lang="ru-RU" sz="1600" dirty="0"/>
                <a:t>В городе отсутствует единая локальная система подбора недвижимости</a:t>
              </a:r>
              <a:endParaRPr lang="en-US" sz="1600" dirty="0"/>
            </a:p>
          </p:txBody>
        </p:sp>
      </p:grpSp>
      <p:sp>
        <p:nvSpPr>
          <p:cNvPr id="14" name="Shape 1">
            <a:extLst>
              <a:ext uri="{FF2B5EF4-FFF2-40B4-BE49-F238E27FC236}">
                <a16:creationId xmlns:a16="http://schemas.microsoft.com/office/drawing/2014/main" id="{DE390853-617E-41B6-9A5F-D93ED3E619C0}"/>
              </a:ext>
            </a:extLst>
          </p:cNvPr>
          <p:cNvSpPr/>
          <p:nvPr/>
        </p:nvSpPr>
        <p:spPr>
          <a:xfrm>
            <a:off x="1249680" y="2130284"/>
            <a:ext cx="6644640" cy="1005840"/>
          </a:xfrm>
          <a:custGeom>
            <a:avLst/>
            <a:gdLst>
              <a:gd name="connsiteX0" fmla="*/ 0 w 6644640"/>
              <a:gd name="connsiteY0" fmla="*/ 0 h 1005840"/>
              <a:gd name="connsiteX1" fmla="*/ 465125 w 6644640"/>
              <a:gd name="connsiteY1" fmla="*/ 0 h 1005840"/>
              <a:gd name="connsiteX2" fmla="*/ 1262482 w 6644640"/>
              <a:gd name="connsiteY2" fmla="*/ 0 h 1005840"/>
              <a:gd name="connsiteX3" fmla="*/ 1993392 w 6644640"/>
              <a:gd name="connsiteY3" fmla="*/ 0 h 1005840"/>
              <a:gd name="connsiteX4" fmla="*/ 2458517 w 6644640"/>
              <a:gd name="connsiteY4" fmla="*/ 0 h 1005840"/>
              <a:gd name="connsiteX5" fmla="*/ 3056534 w 6644640"/>
              <a:gd name="connsiteY5" fmla="*/ 0 h 1005840"/>
              <a:gd name="connsiteX6" fmla="*/ 3853891 w 6644640"/>
              <a:gd name="connsiteY6" fmla="*/ 0 h 1005840"/>
              <a:gd name="connsiteX7" fmla="*/ 4518355 w 6644640"/>
              <a:gd name="connsiteY7" fmla="*/ 0 h 1005840"/>
              <a:gd name="connsiteX8" fmla="*/ 5249266 w 6644640"/>
              <a:gd name="connsiteY8" fmla="*/ 0 h 1005840"/>
              <a:gd name="connsiteX9" fmla="*/ 5847283 w 6644640"/>
              <a:gd name="connsiteY9" fmla="*/ 0 h 1005840"/>
              <a:gd name="connsiteX10" fmla="*/ 6644640 w 6644640"/>
              <a:gd name="connsiteY10" fmla="*/ 0 h 1005840"/>
              <a:gd name="connsiteX11" fmla="*/ 6644640 w 6644640"/>
              <a:gd name="connsiteY11" fmla="*/ 523037 h 1005840"/>
              <a:gd name="connsiteX12" fmla="*/ 6644640 w 6644640"/>
              <a:gd name="connsiteY12" fmla="*/ 1005840 h 1005840"/>
              <a:gd name="connsiteX13" fmla="*/ 6179515 w 6644640"/>
              <a:gd name="connsiteY13" fmla="*/ 1005840 h 1005840"/>
              <a:gd name="connsiteX14" fmla="*/ 5714390 w 6644640"/>
              <a:gd name="connsiteY14" fmla="*/ 1005840 h 1005840"/>
              <a:gd name="connsiteX15" fmla="*/ 4983480 w 6644640"/>
              <a:gd name="connsiteY15" fmla="*/ 1005840 h 1005840"/>
              <a:gd name="connsiteX16" fmla="*/ 4518355 w 6644640"/>
              <a:gd name="connsiteY16" fmla="*/ 1005840 h 1005840"/>
              <a:gd name="connsiteX17" fmla="*/ 3853891 w 6644640"/>
              <a:gd name="connsiteY17" fmla="*/ 1005840 h 1005840"/>
              <a:gd name="connsiteX18" fmla="*/ 3322320 w 6644640"/>
              <a:gd name="connsiteY18" fmla="*/ 1005840 h 1005840"/>
              <a:gd name="connsiteX19" fmla="*/ 2657856 w 6644640"/>
              <a:gd name="connsiteY19" fmla="*/ 1005840 h 1005840"/>
              <a:gd name="connsiteX20" fmla="*/ 1993392 w 6644640"/>
              <a:gd name="connsiteY20" fmla="*/ 1005840 h 1005840"/>
              <a:gd name="connsiteX21" fmla="*/ 1328928 w 6644640"/>
              <a:gd name="connsiteY21" fmla="*/ 1005840 h 1005840"/>
              <a:gd name="connsiteX22" fmla="*/ 664464 w 6644640"/>
              <a:gd name="connsiteY22" fmla="*/ 1005840 h 1005840"/>
              <a:gd name="connsiteX23" fmla="*/ 0 w 6644640"/>
              <a:gd name="connsiteY23" fmla="*/ 1005840 h 1005840"/>
              <a:gd name="connsiteX24" fmla="*/ 0 w 6644640"/>
              <a:gd name="connsiteY24" fmla="*/ 492862 h 1005840"/>
              <a:gd name="connsiteX25" fmla="*/ 0 w 6644640"/>
              <a:gd name="connsiteY25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644640" h="1005840" fill="none" extrusionOk="0">
                <a:moveTo>
                  <a:pt x="0" y="0"/>
                </a:moveTo>
                <a:cubicBezTo>
                  <a:pt x="215645" y="-6630"/>
                  <a:pt x="304735" y="3983"/>
                  <a:pt x="465125" y="0"/>
                </a:cubicBezTo>
                <a:cubicBezTo>
                  <a:pt x="625515" y="-3983"/>
                  <a:pt x="1081646" y="-32275"/>
                  <a:pt x="1262482" y="0"/>
                </a:cubicBezTo>
                <a:cubicBezTo>
                  <a:pt x="1443318" y="32275"/>
                  <a:pt x="1666946" y="-8448"/>
                  <a:pt x="1993392" y="0"/>
                </a:cubicBezTo>
                <a:cubicBezTo>
                  <a:pt x="2319838" y="8448"/>
                  <a:pt x="2325312" y="-766"/>
                  <a:pt x="2458517" y="0"/>
                </a:cubicBezTo>
                <a:cubicBezTo>
                  <a:pt x="2591722" y="766"/>
                  <a:pt x="2793067" y="-1199"/>
                  <a:pt x="3056534" y="0"/>
                </a:cubicBezTo>
                <a:cubicBezTo>
                  <a:pt x="3320001" y="1199"/>
                  <a:pt x="3592413" y="18673"/>
                  <a:pt x="3853891" y="0"/>
                </a:cubicBezTo>
                <a:cubicBezTo>
                  <a:pt x="4115369" y="-18673"/>
                  <a:pt x="4212415" y="22043"/>
                  <a:pt x="4518355" y="0"/>
                </a:cubicBezTo>
                <a:cubicBezTo>
                  <a:pt x="4824295" y="-22043"/>
                  <a:pt x="4896313" y="-27734"/>
                  <a:pt x="5249266" y="0"/>
                </a:cubicBezTo>
                <a:cubicBezTo>
                  <a:pt x="5602219" y="27734"/>
                  <a:pt x="5722482" y="13805"/>
                  <a:pt x="5847283" y="0"/>
                </a:cubicBezTo>
                <a:cubicBezTo>
                  <a:pt x="5972084" y="-13805"/>
                  <a:pt x="6324059" y="1909"/>
                  <a:pt x="6644640" y="0"/>
                </a:cubicBezTo>
                <a:cubicBezTo>
                  <a:pt x="6629024" y="237681"/>
                  <a:pt x="6646612" y="371358"/>
                  <a:pt x="6644640" y="523037"/>
                </a:cubicBezTo>
                <a:cubicBezTo>
                  <a:pt x="6642668" y="674716"/>
                  <a:pt x="6646967" y="772898"/>
                  <a:pt x="6644640" y="1005840"/>
                </a:cubicBezTo>
                <a:cubicBezTo>
                  <a:pt x="6533189" y="998728"/>
                  <a:pt x="6303073" y="1021549"/>
                  <a:pt x="6179515" y="1005840"/>
                </a:cubicBezTo>
                <a:cubicBezTo>
                  <a:pt x="6055958" y="990131"/>
                  <a:pt x="5819446" y="1013013"/>
                  <a:pt x="5714390" y="1005840"/>
                </a:cubicBezTo>
                <a:cubicBezTo>
                  <a:pt x="5609334" y="998667"/>
                  <a:pt x="5302342" y="971666"/>
                  <a:pt x="4983480" y="1005840"/>
                </a:cubicBezTo>
                <a:cubicBezTo>
                  <a:pt x="4664618" y="1040015"/>
                  <a:pt x="4704315" y="1025978"/>
                  <a:pt x="4518355" y="1005840"/>
                </a:cubicBezTo>
                <a:cubicBezTo>
                  <a:pt x="4332396" y="985702"/>
                  <a:pt x="4001816" y="987906"/>
                  <a:pt x="3853891" y="1005840"/>
                </a:cubicBezTo>
                <a:cubicBezTo>
                  <a:pt x="3705966" y="1023774"/>
                  <a:pt x="3574189" y="991804"/>
                  <a:pt x="3322320" y="1005840"/>
                </a:cubicBezTo>
                <a:cubicBezTo>
                  <a:pt x="3070451" y="1019876"/>
                  <a:pt x="2968655" y="997229"/>
                  <a:pt x="2657856" y="1005840"/>
                </a:cubicBezTo>
                <a:cubicBezTo>
                  <a:pt x="2347057" y="1014451"/>
                  <a:pt x="2197224" y="1035322"/>
                  <a:pt x="1993392" y="1005840"/>
                </a:cubicBezTo>
                <a:cubicBezTo>
                  <a:pt x="1789560" y="976358"/>
                  <a:pt x="1636922" y="1018503"/>
                  <a:pt x="1328928" y="1005840"/>
                </a:cubicBezTo>
                <a:cubicBezTo>
                  <a:pt x="1020934" y="993177"/>
                  <a:pt x="985751" y="982119"/>
                  <a:pt x="664464" y="1005840"/>
                </a:cubicBezTo>
                <a:cubicBezTo>
                  <a:pt x="343177" y="1029561"/>
                  <a:pt x="258003" y="1000878"/>
                  <a:pt x="0" y="1005840"/>
                </a:cubicBezTo>
                <a:cubicBezTo>
                  <a:pt x="-23620" y="829185"/>
                  <a:pt x="2391" y="606762"/>
                  <a:pt x="0" y="492862"/>
                </a:cubicBezTo>
                <a:cubicBezTo>
                  <a:pt x="-2391" y="378962"/>
                  <a:pt x="-14767" y="111269"/>
                  <a:pt x="0" y="0"/>
                </a:cubicBezTo>
                <a:close/>
              </a:path>
              <a:path w="6644640" h="1005840" stroke="0" extrusionOk="0">
                <a:moveTo>
                  <a:pt x="0" y="0"/>
                </a:moveTo>
                <a:cubicBezTo>
                  <a:pt x="276143" y="574"/>
                  <a:pt x="399293" y="-17665"/>
                  <a:pt x="598018" y="0"/>
                </a:cubicBezTo>
                <a:cubicBezTo>
                  <a:pt x="796743" y="17665"/>
                  <a:pt x="966891" y="-6447"/>
                  <a:pt x="1063142" y="0"/>
                </a:cubicBezTo>
                <a:cubicBezTo>
                  <a:pt x="1159393" y="6447"/>
                  <a:pt x="1484589" y="13654"/>
                  <a:pt x="1860499" y="0"/>
                </a:cubicBezTo>
                <a:cubicBezTo>
                  <a:pt x="2236409" y="-13654"/>
                  <a:pt x="2232496" y="15192"/>
                  <a:pt x="2458517" y="0"/>
                </a:cubicBezTo>
                <a:cubicBezTo>
                  <a:pt x="2684538" y="-15192"/>
                  <a:pt x="2776118" y="14955"/>
                  <a:pt x="3056534" y="0"/>
                </a:cubicBezTo>
                <a:cubicBezTo>
                  <a:pt x="3336950" y="-14955"/>
                  <a:pt x="3655197" y="19098"/>
                  <a:pt x="3853891" y="0"/>
                </a:cubicBezTo>
                <a:cubicBezTo>
                  <a:pt x="4052585" y="-19098"/>
                  <a:pt x="4220568" y="-178"/>
                  <a:pt x="4385462" y="0"/>
                </a:cubicBezTo>
                <a:cubicBezTo>
                  <a:pt x="4550356" y="178"/>
                  <a:pt x="5022141" y="1791"/>
                  <a:pt x="5182819" y="0"/>
                </a:cubicBezTo>
                <a:cubicBezTo>
                  <a:pt x="5343497" y="-1791"/>
                  <a:pt x="5721701" y="7243"/>
                  <a:pt x="5980176" y="0"/>
                </a:cubicBezTo>
                <a:cubicBezTo>
                  <a:pt x="6238651" y="-7243"/>
                  <a:pt x="6477033" y="-29601"/>
                  <a:pt x="6644640" y="0"/>
                </a:cubicBezTo>
                <a:cubicBezTo>
                  <a:pt x="6654477" y="135158"/>
                  <a:pt x="6664835" y="330975"/>
                  <a:pt x="6644640" y="523037"/>
                </a:cubicBezTo>
                <a:cubicBezTo>
                  <a:pt x="6624445" y="715099"/>
                  <a:pt x="6645860" y="814575"/>
                  <a:pt x="6644640" y="1005840"/>
                </a:cubicBezTo>
                <a:cubicBezTo>
                  <a:pt x="6463041" y="1002422"/>
                  <a:pt x="6397537" y="1022782"/>
                  <a:pt x="6179515" y="1005840"/>
                </a:cubicBezTo>
                <a:cubicBezTo>
                  <a:pt x="5961494" y="988898"/>
                  <a:pt x="5773729" y="1019862"/>
                  <a:pt x="5382158" y="1005840"/>
                </a:cubicBezTo>
                <a:cubicBezTo>
                  <a:pt x="4990587" y="991818"/>
                  <a:pt x="5038334" y="1003397"/>
                  <a:pt x="4850587" y="1005840"/>
                </a:cubicBezTo>
                <a:cubicBezTo>
                  <a:pt x="4662840" y="1008283"/>
                  <a:pt x="4455152" y="1005782"/>
                  <a:pt x="4186123" y="1005840"/>
                </a:cubicBezTo>
                <a:cubicBezTo>
                  <a:pt x="3917094" y="1005898"/>
                  <a:pt x="3641941" y="1036936"/>
                  <a:pt x="3388766" y="1005840"/>
                </a:cubicBezTo>
                <a:cubicBezTo>
                  <a:pt x="3135591" y="974744"/>
                  <a:pt x="2964983" y="1037845"/>
                  <a:pt x="2724302" y="1005840"/>
                </a:cubicBezTo>
                <a:cubicBezTo>
                  <a:pt x="2483621" y="973835"/>
                  <a:pt x="2474480" y="1003635"/>
                  <a:pt x="2259178" y="1005840"/>
                </a:cubicBezTo>
                <a:cubicBezTo>
                  <a:pt x="2043876" y="1008045"/>
                  <a:pt x="1838695" y="1017914"/>
                  <a:pt x="1727606" y="1005840"/>
                </a:cubicBezTo>
                <a:cubicBezTo>
                  <a:pt x="1616517" y="993766"/>
                  <a:pt x="1108250" y="1001147"/>
                  <a:pt x="930250" y="1005840"/>
                </a:cubicBezTo>
                <a:cubicBezTo>
                  <a:pt x="752250" y="1010533"/>
                  <a:pt x="426397" y="993486"/>
                  <a:pt x="0" y="1005840"/>
                </a:cubicBezTo>
                <a:cubicBezTo>
                  <a:pt x="-4909" y="786001"/>
                  <a:pt x="-14957" y="757043"/>
                  <a:pt x="0" y="523037"/>
                </a:cubicBezTo>
                <a:cubicBezTo>
                  <a:pt x="14957" y="289031"/>
                  <a:pt x="-6819" y="149670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E9F9FB"/>
              </a:gs>
              <a:gs pos="83000">
                <a:srgbClr val="E9F9FB"/>
              </a:gs>
              <a:gs pos="100000">
                <a:srgbClr val="E9F9FB"/>
              </a:gs>
            </a:gsLst>
            <a:lin ang="2700000" scaled="1"/>
            <a:tileRect/>
          </a:gradFill>
          <a:ln w="25400">
            <a:solidFill>
              <a:srgbClr val="00ACC1"/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2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2A078579-F3B4-46DF-AAA7-6B471B90546E}"/>
              </a:ext>
            </a:extLst>
          </p:cNvPr>
          <p:cNvSpPr/>
          <p:nvPr/>
        </p:nvSpPr>
        <p:spPr>
          <a:xfrm>
            <a:off x="1229360" y="3428641"/>
            <a:ext cx="6644640" cy="1005840"/>
          </a:xfrm>
          <a:custGeom>
            <a:avLst/>
            <a:gdLst>
              <a:gd name="connsiteX0" fmla="*/ 0 w 6644640"/>
              <a:gd name="connsiteY0" fmla="*/ 0 h 1005840"/>
              <a:gd name="connsiteX1" fmla="*/ 465125 w 6644640"/>
              <a:gd name="connsiteY1" fmla="*/ 0 h 1005840"/>
              <a:gd name="connsiteX2" fmla="*/ 1262482 w 6644640"/>
              <a:gd name="connsiteY2" fmla="*/ 0 h 1005840"/>
              <a:gd name="connsiteX3" fmla="*/ 1993392 w 6644640"/>
              <a:gd name="connsiteY3" fmla="*/ 0 h 1005840"/>
              <a:gd name="connsiteX4" fmla="*/ 2458517 w 6644640"/>
              <a:gd name="connsiteY4" fmla="*/ 0 h 1005840"/>
              <a:gd name="connsiteX5" fmla="*/ 3056534 w 6644640"/>
              <a:gd name="connsiteY5" fmla="*/ 0 h 1005840"/>
              <a:gd name="connsiteX6" fmla="*/ 3853891 w 6644640"/>
              <a:gd name="connsiteY6" fmla="*/ 0 h 1005840"/>
              <a:gd name="connsiteX7" fmla="*/ 4518355 w 6644640"/>
              <a:gd name="connsiteY7" fmla="*/ 0 h 1005840"/>
              <a:gd name="connsiteX8" fmla="*/ 5249266 w 6644640"/>
              <a:gd name="connsiteY8" fmla="*/ 0 h 1005840"/>
              <a:gd name="connsiteX9" fmla="*/ 5847283 w 6644640"/>
              <a:gd name="connsiteY9" fmla="*/ 0 h 1005840"/>
              <a:gd name="connsiteX10" fmla="*/ 6644640 w 6644640"/>
              <a:gd name="connsiteY10" fmla="*/ 0 h 1005840"/>
              <a:gd name="connsiteX11" fmla="*/ 6644640 w 6644640"/>
              <a:gd name="connsiteY11" fmla="*/ 523037 h 1005840"/>
              <a:gd name="connsiteX12" fmla="*/ 6644640 w 6644640"/>
              <a:gd name="connsiteY12" fmla="*/ 1005840 h 1005840"/>
              <a:gd name="connsiteX13" fmla="*/ 6179515 w 6644640"/>
              <a:gd name="connsiteY13" fmla="*/ 1005840 h 1005840"/>
              <a:gd name="connsiteX14" fmla="*/ 5714390 w 6644640"/>
              <a:gd name="connsiteY14" fmla="*/ 1005840 h 1005840"/>
              <a:gd name="connsiteX15" fmla="*/ 4983480 w 6644640"/>
              <a:gd name="connsiteY15" fmla="*/ 1005840 h 1005840"/>
              <a:gd name="connsiteX16" fmla="*/ 4518355 w 6644640"/>
              <a:gd name="connsiteY16" fmla="*/ 1005840 h 1005840"/>
              <a:gd name="connsiteX17" fmla="*/ 3853891 w 6644640"/>
              <a:gd name="connsiteY17" fmla="*/ 1005840 h 1005840"/>
              <a:gd name="connsiteX18" fmla="*/ 3322320 w 6644640"/>
              <a:gd name="connsiteY18" fmla="*/ 1005840 h 1005840"/>
              <a:gd name="connsiteX19" fmla="*/ 2657856 w 6644640"/>
              <a:gd name="connsiteY19" fmla="*/ 1005840 h 1005840"/>
              <a:gd name="connsiteX20" fmla="*/ 1993392 w 6644640"/>
              <a:gd name="connsiteY20" fmla="*/ 1005840 h 1005840"/>
              <a:gd name="connsiteX21" fmla="*/ 1328928 w 6644640"/>
              <a:gd name="connsiteY21" fmla="*/ 1005840 h 1005840"/>
              <a:gd name="connsiteX22" fmla="*/ 664464 w 6644640"/>
              <a:gd name="connsiteY22" fmla="*/ 1005840 h 1005840"/>
              <a:gd name="connsiteX23" fmla="*/ 0 w 6644640"/>
              <a:gd name="connsiteY23" fmla="*/ 1005840 h 1005840"/>
              <a:gd name="connsiteX24" fmla="*/ 0 w 6644640"/>
              <a:gd name="connsiteY24" fmla="*/ 492862 h 1005840"/>
              <a:gd name="connsiteX25" fmla="*/ 0 w 6644640"/>
              <a:gd name="connsiteY25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644640" h="1005840" fill="none" extrusionOk="0">
                <a:moveTo>
                  <a:pt x="0" y="0"/>
                </a:moveTo>
                <a:cubicBezTo>
                  <a:pt x="215645" y="-6630"/>
                  <a:pt x="304735" y="3983"/>
                  <a:pt x="465125" y="0"/>
                </a:cubicBezTo>
                <a:cubicBezTo>
                  <a:pt x="625515" y="-3983"/>
                  <a:pt x="1081646" y="-32275"/>
                  <a:pt x="1262482" y="0"/>
                </a:cubicBezTo>
                <a:cubicBezTo>
                  <a:pt x="1443318" y="32275"/>
                  <a:pt x="1666946" y="-8448"/>
                  <a:pt x="1993392" y="0"/>
                </a:cubicBezTo>
                <a:cubicBezTo>
                  <a:pt x="2319838" y="8448"/>
                  <a:pt x="2325312" y="-766"/>
                  <a:pt x="2458517" y="0"/>
                </a:cubicBezTo>
                <a:cubicBezTo>
                  <a:pt x="2591722" y="766"/>
                  <a:pt x="2793067" y="-1199"/>
                  <a:pt x="3056534" y="0"/>
                </a:cubicBezTo>
                <a:cubicBezTo>
                  <a:pt x="3320001" y="1199"/>
                  <a:pt x="3592413" y="18673"/>
                  <a:pt x="3853891" y="0"/>
                </a:cubicBezTo>
                <a:cubicBezTo>
                  <a:pt x="4115369" y="-18673"/>
                  <a:pt x="4212415" y="22043"/>
                  <a:pt x="4518355" y="0"/>
                </a:cubicBezTo>
                <a:cubicBezTo>
                  <a:pt x="4824295" y="-22043"/>
                  <a:pt x="4896313" y="-27734"/>
                  <a:pt x="5249266" y="0"/>
                </a:cubicBezTo>
                <a:cubicBezTo>
                  <a:pt x="5602219" y="27734"/>
                  <a:pt x="5722482" y="13805"/>
                  <a:pt x="5847283" y="0"/>
                </a:cubicBezTo>
                <a:cubicBezTo>
                  <a:pt x="5972084" y="-13805"/>
                  <a:pt x="6324059" y="1909"/>
                  <a:pt x="6644640" y="0"/>
                </a:cubicBezTo>
                <a:cubicBezTo>
                  <a:pt x="6629024" y="237681"/>
                  <a:pt x="6646612" y="371358"/>
                  <a:pt x="6644640" y="523037"/>
                </a:cubicBezTo>
                <a:cubicBezTo>
                  <a:pt x="6642668" y="674716"/>
                  <a:pt x="6646967" y="772898"/>
                  <a:pt x="6644640" y="1005840"/>
                </a:cubicBezTo>
                <a:cubicBezTo>
                  <a:pt x="6533189" y="998728"/>
                  <a:pt x="6303073" y="1021549"/>
                  <a:pt x="6179515" y="1005840"/>
                </a:cubicBezTo>
                <a:cubicBezTo>
                  <a:pt x="6055958" y="990131"/>
                  <a:pt x="5819446" y="1013013"/>
                  <a:pt x="5714390" y="1005840"/>
                </a:cubicBezTo>
                <a:cubicBezTo>
                  <a:pt x="5609334" y="998667"/>
                  <a:pt x="5302342" y="971666"/>
                  <a:pt x="4983480" y="1005840"/>
                </a:cubicBezTo>
                <a:cubicBezTo>
                  <a:pt x="4664618" y="1040015"/>
                  <a:pt x="4704315" y="1025978"/>
                  <a:pt x="4518355" y="1005840"/>
                </a:cubicBezTo>
                <a:cubicBezTo>
                  <a:pt x="4332396" y="985702"/>
                  <a:pt x="4001816" y="987906"/>
                  <a:pt x="3853891" y="1005840"/>
                </a:cubicBezTo>
                <a:cubicBezTo>
                  <a:pt x="3705966" y="1023774"/>
                  <a:pt x="3574189" y="991804"/>
                  <a:pt x="3322320" y="1005840"/>
                </a:cubicBezTo>
                <a:cubicBezTo>
                  <a:pt x="3070451" y="1019876"/>
                  <a:pt x="2968655" y="997229"/>
                  <a:pt x="2657856" y="1005840"/>
                </a:cubicBezTo>
                <a:cubicBezTo>
                  <a:pt x="2347057" y="1014451"/>
                  <a:pt x="2197224" y="1035322"/>
                  <a:pt x="1993392" y="1005840"/>
                </a:cubicBezTo>
                <a:cubicBezTo>
                  <a:pt x="1789560" y="976358"/>
                  <a:pt x="1636922" y="1018503"/>
                  <a:pt x="1328928" y="1005840"/>
                </a:cubicBezTo>
                <a:cubicBezTo>
                  <a:pt x="1020934" y="993177"/>
                  <a:pt x="985751" y="982119"/>
                  <a:pt x="664464" y="1005840"/>
                </a:cubicBezTo>
                <a:cubicBezTo>
                  <a:pt x="343177" y="1029561"/>
                  <a:pt x="258003" y="1000878"/>
                  <a:pt x="0" y="1005840"/>
                </a:cubicBezTo>
                <a:cubicBezTo>
                  <a:pt x="-23620" y="829185"/>
                  <a:pt x="2391" y="606762"/>
                  <a:pt x="0" y="492862"/>
                </a:cubicBezTo>
                <a:cubicBezTo>
                  <a:pt x="-2391" y="378962"/>
                  <a:pt x="-14767" y="111269"/>
                  <a:pt x="0" y="0"/>
                </a:cubicBezTo>
                <a:close/>
              </a:path>
              <a:path w="6644640" h="1005840" stroke="0" extrusionOk="0">
                <a:moveTo>
                  <a:pt x="0" y="0"/>
                </a:moveTo>
                <a:cubicBezTo>
                  <a:pt x="276143" y="574"/>
                  <a:pt x="399293" y="-17665"/>
                  <a:pt x="598018" y="0"/>
                </a:cubicBezTo>
                <a:cubicBezTo>
                  <a:pt x="796743" y="17665"/>
                  <a:pt x="966891" y="-6447"/>
                  <a:pt x="1063142" y="0"/>
                </a:cubicBezTo>
                <a:cubicBezTo>
                  <a:pt x="1159393" y="6447"/>
                  <a:pt x="1484589" y="13654"/>
                  <a:pt x="1860499" y="0"/>
                </a:cubicBezTo>
                <a:cubicBezTo>
                  <a:pt x="2236409" y="-13654"/>
                  <a:pt x="2232496" y="15192"/>
                  <a:pt x="2458517" y="0"/>
                </a:cubicBezTo>
                <a:cubicBezTo>
                  <a:pt x="2684538" y="-15192"/>
                  <a:pt x="2776118" y="14955"/>
                  <a:pt x="3056534" y="0"/>
                </a:cubicBezTo>
                <a:cubicBezTo>
                  <a:pt x="3336950" y="-14955"/>
                  <a:pt x="3655197" y="19098"/>
                  <a:pt x="3853891" y="0"/>
                </a:cubicBezTo>
                <a:cubicBezTo>
                  <a:pt x="4052585" y="-19098"/>
                  <a:pt x="4220568" y="-178"/>
                  <a:pt x="4385462" y="0"/>
                </a:cubicBezTo>
                <a:cubicBezTo>
                  <a:pt x="4550356" y="178"/>
                  <a:pt x="5022141" y="1791"/>
                  <a:pt x="5182819" y="0"/>
                </a:cubicBezTo>
                <a:cubicBezTo>
                  <a:pt x="5343497" y="-1791"/>
                  <a:pt x="5721701" y="7243"/>
                  <a:pt x="5980176" y="0"/>
                </a:cubicBezTo>
                <a:cubicBezTo>
                  <a:pt x="6238651" y="-7243"/>
                  <a:pt x="6477033" y="-29601"/>
                  <a:pt x="6644640" y="0"/>
                </a:cubicBezTo>
                <a:cubicBezTo>
                  <a:pt x="6654477" y="135158"/>
                  <a:pt x="6664835" y="330975"/>
                  <a:pt x="6644640" y="523037"/>
                </a:cubicBezTo>
                <a:cubicBezTo>
                  <a:pt x="6624445" y="715099"/>
                  <a:pt x="6645860" y="814575"/>
                  <a:pt x="6644640" y="1005840"/>
                </a:cubicBezTo>
                <a:cubicBezTo>
                  <a:pt x="6463041" y="1002422"/>
                  <a:pt x="6397537" y="1022782"/>
                  <a:pt x="6179515" y="1005840"/>
                </a:cubicBezTo>
                <a:cubicBezTo>
                  <a:pt x="5961494" y="988898"/>
                  <a:pt x="5773729" y="1019862"/>
                  <a:pt x="5382158" y="1005840"/>
                </a:cubicBezTo>
                <a:cubicBezTo>
                  <a:pt x="4990587" y="991818"/>
                  <a:pt x="5038334" y="1003397"/>
                  <a:pt x="4850587" y="1005840"/>
                </a:cubicBezTo>
                <a:cubicBezTo>
                  <a:pt x="4662840" y="1008283"/>
                  <a:pt x="4455152" y="1005782"/>
                  <a:pt x="4186123" y="1005840"/>
                </a:cubicBezTo>
                <a:cubicBezTo>
                  <a:pt x="3917094" y="1005898"/>
                  <a:pt x="3641941" y="1036936"/>
                  <a:pt x="3388766" y="1005840"/>
                </a:cubicBezTo>
                <a:cubicBezTo>
                  <a:pt x="3135591" y="974744"/>
                  <a:pt x="2964983" y="1037845"/>
                  <a:pt x="2724302" y="1005840"/>
                </a:cubicBezTo>
                <a:cubicBezTo>
                  <a:pt x="2483621" y="973835"/>
                  <a:pt x="2474480" y="1003635"/>
                  <a:pt x="2259178" y="1005840"/>
                </a:cubicBezTo>
                <a:cubicBezTo>
                  <a:pt x="2043876" y="1008045"/>
                  <a:pt x="1838695" y="1017914"/>
                  <a:pt x="1727606" y="1005840"/>
                </a:cubicBezTo>
                <a:cubicBezTo>
                  <a:pt x="1616517" y="993766"/>
                  <a:pt x="1108250" y="1001147"/>
                  <a:pt x="930250" y="1005840"/>
                </a:cubicBezTo>
                <a:cubicBezTo>
                  <a:pt x="752250" y="1010533"/>
                  <a:pt x="426397" y="993486"/>
                  <a:pt x="0" y="1005840"/>
                </a:cubicBezTo>
                <a:cubicBezTo>
                  <a:pt x="-4909" y="786001"/>
                  <a:pt x="-14957" y="757043"/>
                  <a:pt x="0" y="523037"/>
                </a:cubicBezTo>
                <a:cubicBezTo>
                  <a:pt x="14957" y="289031"/>
                  <a:pt x="-6819" y="149670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E9F9FB"/>
              </a:gs>
              <a:gs pos="83000">
                <a:srgbClr val="E9F9FB"/>
              </a:gs>
              <a:gs pos="100000">
                <a:srgbClr val="E9F9FB"/>
              </a:gs>
            </a:gsLst>
            <a:lin ang="2700000" scaled="1"/>
            <a:tileRect/>
          </a:gradFill>
          <a:ln w="25400">
            <a:solidFill>
              <a:srgbClr val="00ACC1"/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2400" dirty="0"/>
          </a:p>
        </p:txBody>
      </p:sp>
      <p:sp>
        <p:nvSpPr>
          <p:cNvPr id="6" name="Text 4"/>
          <p:cNvSpPr/>
          <p:nvPr/>
        </p:nvSpPr>
        <p:spPr>
          <a:xfrm>
            <a:off x="1351908" y="2319864"/>
            <a:ext cx="668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ru-RU" dirty="0"/>
              <a:t>Агентства ведут подбор вручную — данные хранятся в таблицах, чатах и отдельных файлах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51908" y="3615690"/>
            <a:ext cx="668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ru-RU" dirty="0"/>
              <a:t>Нет внутреннего каталога недвижимости с актуальными данными, что замедляет работу и снижает качество сервиса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Цель</a:t>
            </a:r>
            <a:endParaRPr lang="en-US" sz="3600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478448E-C23A-D10E-A009-21F12ECAC4D4}"/>
              </a:ext>
            </a:extLst>
          </p:cNvPr>
          <p:cNvGrpSpPr/>
          <p:nvPr/>
        </p:nvGrpSpPr>
        <p:grpSpPr>
          <a:xfrm>
            <a:off x="976393" y="1565910"/>
            <a:ext cx="7191214" cy="2011680"/>
            <a:chOff x="1371600" y="2286000"/>
            <a:chExt cx="9144000" cy="2011680"/>
          </a:xfrm>
        </p:grpSpPr>
        <p:sp>
          <p:nvSpPr>
            <p:cNvPr id="3" name="Shape 1"/>
            <p:cNvSpPr/>
            <p:nvPr/>
          </p:nvSpPr>
          <p:spPr>
            <a:xfrm>
              <a:off x="1371600" y="2286000"/>
              <a:ext cx="9144000" cy="2011680"/>
            </a:xfrm>
            <a:custGeom>
              <a:avLst/>
              <a:gdLst>
                <a:gd name="connsiteX0" fmla="*/ 0 w 9144000"/>
                <a:gd name="connsiteY0" fmla="*/ 0 h 2011680"/>
                <a:gd name="connsiteX1" fmla="*/ 836023 w 9144000"/>
                <a:gd name="connsiteY1" fmla="*/ 0 h 2011680"/>
                <a:gd name="connsiteX2" fmla="*/ 1306286 w 9144000"/>
                <a:gd name="connsiteY2" fmla="*/ 0 h 2011680"/>
                <a:gd name="connsiteX3" fmla="*/ 1959429 w 9144000"/>
                <a:gd name="connsiteY3" fmla="*/ 0 h 2011680"/>
                <a:gd name="connsiteX4" fmla="*/ 2704011 w 9144000"/>
                <a:gd name="connsiteY4" fmla="*/ 0 h 2011680"/>
                <a:gd name="connsiteX5" fmla="*/ 3082834 w 9144000"/>
                <a:gd name="connsiteY5" fmla="*/ 0 h 2011680"/>
                <a:gd name="connsiteX6" fmla="*/ 3461657 w 9144000"/>
                <a:gd name="connsiteY6" fmla="*/ 0 h 2011680"/>
                <a:gd name="connsiteX7" fmla="*/ 4297680 w 9144000"/>
                <a:gd name="connsiteY7" fmla="*/ 0 h 2011680"/>
                <a:gd name="connsiteX8" fmla="*/ 4950823 w 9144000"/>
                <a:gd name="connsiteY8" fmla="*/ 0 h 2011680"/>
                <a:gd name="connsiteX9" fmla="*/ 5329646 w 9144000"/>
                <a:gd name="connsiteY9" fmla="*/ 0 h 2011680"/>
                <a:gd name="connsiteX10" fmla="*/ 5982789 w 9144000"/>
                <a:gd name="connsiteY10" fmla="*/ 0 h 2011680"/>
                <a:gd name="connsiteX11" fmla="*/ 6818811 w 9144000"/>
                <a:gd name="connsiteY11" fmla="*/ 0 h 2011680"/>
                <a:gd name="connsiteX12" fmla="*/ 7380514 w 9144000"/>
                <a:gd name="connsiteY12" fmla="*/ 0 h 2011680"/>
                <a:gd name="connsiteX13" fmla="*/ 7942217 w 9144000"/>
                <a:gd name="connsiteY13" fmla="*/ 0 h 2011680"/>
                <a:gd name="connsiteX14" fmla="*/ 9144000 w 9144000"/>
                <a:gd name="connsiteY14" fmla="*/ 0 h 2011680"/>
                <a:gd name="connsiteX15" fmla="*/ 9144000 w 9144000"/>
                <a:gd name="connsiteY15" fmla="*/ 690677 h 2011680"/>
                <a:gd name="connsiteX16" fmla="*/ 9144000 w 9144000"/>
                <a:gd name="connsiteY16" fmla="*/ 1361237 h 2011680"/>
                <a:gd name="connsiteX17" fmla="*/ 9144000 w 9144000"/>
                <a:gd name="connsiteY17" fmla="*/ 2011680 h 2011680"/>
                <a:gd name="connsiteX18" fmla="*/ 8582297 w 9144000"/>
                <a:gd name="connsiteY18" fmla="*/ 2011680 h 2011680"/>
                <a:gd name="connsiteX19" fmla="*/ 8112034 w 9144000"/>
                <a:gd name="connsiteY19" fmla="*/ 2011680 h 2011680"/>
                <a:gd name="connsiteX20" fmla="*/ 7276011 w 9144000"/>
                <a:gd name="connsiteY20" fmla="*/ 2011680 h 2011680"/>
                <a:gd name="connsiteX21" fmla="*/ 6622869 w 9144000"/>
                <a:gd name="connsiteY21" fmla="*/ 2011680 h 2011680"/>
                <a:gd name="connsiteX22" fmla="*/ 6244046 w 9144000"/>
                <a:gd name="connsiteY22" fmla="*/ 2011680 h 2011680"/>
                <a:gd name="connsiteX23" fmla="*/ 5590903 w 9144000"/>
                <a:gd name="connsiteY23" fmla="*/ 2011680 h 2011680"/>
                <a:gd name="connsiteX24" fmla="*/ 5029200 w 9144000"/>
                <a:gd name="connsiteY24" fmla="*/ 2011680 h 2011680"/>
                <a:gd name="connsiteX25" fmla="*/ 4467497 w 9144000"/>
                <a:gd name="connsiteY25" fmla="*/ 2011680 h 2011680"/>
                <a:gd name="connsiteX26" fmla="*/ 3905794 w 9144000"/>
                <a:gd name="connsiteY26" fmla="*/ 2011680 h 2011680"/>
                <a:gd name="connsiteX27" fmla="*/ 3344091 w 9144000"/>
                <a:gd name="connsiteY27" fmla="*/ 2011680 h 2011680"/>
                <a:gd name="connsiteX28" fmla="*/ 2599509 w 9144000"/>
                <a:gd name="connsiteY28" fmla="*/ 2011680 h 2011680"/>
                <a:gd name="connsiteX29" fmla="*/ 1946366 w 9144000"/>
                <a:gd name="connsiteY29" fmla="*/ 2011680 h 2011680"/>
                <a:gd name="connsiteX30" fmla="*/ 1567543 w 9144000"/>
                <a:gd name="connsiteY30" fmla="*/ 2011680 h 2011680"/>
                <a:gd name="connsiteX31" fmla="*/ 1005840 w 9144000"/>
                <a:gd name="connsiteY31" fmla="*/ 2011680 h 2011680"/>
                <a:gd name="connsiteX32" fmla="*/ 0 w 9144000"/>
                <a:gd name="connsiteY32" fmla="*/ 2011680 h 2011680"/>
                <a:gd name="connsiteX33" fmla="*/ 0 w 9144000"/>
                <a:gd name="connsiteY33" fmla="*/ 1381354 h 2011680"/>
                <a:gd name="connsiteX34" fmla="*/ 0 w 9144000"/>
                <a:gd name="connsiteY34" fmla="*/ 771144 h 2011680"/>
                <a:gd name="connsiteX35" fmla="*/ 0 w 9144000"/>
                <a:gd name="connsiteY35" fmla="*/ 0 h 201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144000" h="2011680" fill="none" extrusionOk="0">
                  <a:moveTo>
                    <a:pt x="0" y="0"/>
                  </a:moveTo>
                  <a:cubicBezTo>
                    <a:pt x="373793" y="19759"/>
                    <a:pt x="497863" y="-18209"/>
                    <a:pt x="836023" y="0"/>
                  </a:cubicBezTo>
                  <a:cubicBezTo>
                    <a:pt x="1174183" y="18209"/>
                    <a:pt x="1079356" y="21107"/>
                    <a:pt x="1306286" y="0"/>
                  </a:cubicBezTo>
                  <a:cubicBezTo>
                    <a:pt x="1533216" y="-21107"/>
                    <a:pt x="1808024" y="-25774"/>
                    <a:pt x="1959429" y="0"/>
                  </a:cubicBezTo>
                  <a:cubicBezTo>
                    <a:pt x="2110834" y="25774"/>
                    <a:pt x="2442176" y="-26266"/>
                    <a:pt x="2704011" y="0"/>
                  </a:cubicBezTo>
                  <a:cubicBezTo>
                    <a:pt x="2965846" y="26266"/>
                    <a:pt x="2900891" y="3204"/>
                    <a:pt x="3082834" y="0"/>
                  </a:cubicBezTo>
                  <a:cubicBezTo>
                    <a:pt x="3264777" y="-3204"/>
                    <a:pt x="3359419" y="-5061"/>
                    <a:pt x="3461657" y="0"/>
                  </a:cubicBezTo>
                  <a:cubicBezTo>
                    <a:pt x="3563895" y="5061"/>
                    <a:pt x="3898634" y="-5431"/>
                    <a:pt x="4297680" y="0"/>
                  </a:cubicBezTo>
                  <a:cubicBezTo>
                    <a:pt x="4696726" y="5431"/>
                    <a:pt x="4734949" y="-7495"/>
                    <a:pt x="4950823" y="0"/>
                  </a:cubicBezTo>
                  <a:cubicBezTo>
                    <a:pt x="5166697" y="7495"/>
                    <a:pt x="5214934" y="16437"/>
                    <a:pt x="5329646" y="0"/>
                  </a:cubicBezTo>
                  <a:cubicBezTo>
                    <a:pt x="5444358" y="-16437"/>
                    <a:pt x="5757538" y="8318"/>
                    <a:pt x="5982789" y="0"/>
                  </a:cubicBezTo>
                  <a:cubicBezTo>
                    <a:pt x="6208040" y="-8318"/>
                    <a:pt x="6407863" y="7703"/>
                    <a:pt x="6818811" y="0"/>
                  </a:cubicBezTo>
                  <a:cubicBezTo>
                    <a:pt x="7229759" y="-7703"/>
                    <a:pt x="7231226" y="-11404"/>
                    <a:pt x="7380514" y="0"/>
                  </a:cubicBezTo>
                  <a:cubicBezTo>
                    <a:pt x="7529802" y="11404"/>
                    <a:pt x="7773575" y="-5679"/>
                    <a:pt x="7942217" y="0"/>
                  </a:cubicBezTo>
                  <a:cubicBezTo>
                    <a:pt x="8110859" y="5679"/>
                    <a:pt x="8659252" y="-43749"/>
                    <a:pt x="9144000" y="0"/>
                  </a:cubicBezTo>
                  <a:cubicBezTo>
                    <a:pt x="9109796" y="169254"/>
                    <a:pt x="9131395" y="422507"/>
                    <a:pt x="9144000" y="690677"/>
                  </a:cubicBezTo>
                  <a:cubicBezTo>
                    <a:pt x="9156605" y="958847"/>
                    <a:pt x="9174470" y="1191579"/>
                    <a:pt x="9144000" y="1361237"/>
                  </a:cubicBezTo>
                  <a:cubicBezTo>
                    <a:pt x="9113530" y="1530895"/>
                    <a:pt x="9172414" y="1798308"/>
                    <a:pt x="9144000" y="2011680"/>
                  </a:cubicBezTo>
                  <a:cubicBezTo>
                    <a:pt x="8920051" y="2006340"/>
                    <a:pt x="8739687" y="1988594"/>
                    <a:pt x="8582297" y="2011680"/>
                  </a:cubicBezTo>
                  <a:cubicBezTo>
                    <a:pt x="8424907" y="2034766"/>
                    <a:pt x="8229166" y="2024188"/>
                    <a:pt x="8112034" y="2011680"/>
                  </a:cubicBezTo>
                  <a:cubicBezTo>
                    <a:pt x="7994902" y="1999172"/>
                    <a:pt x="7666729" y="1974290"/>
                    <a:pt x="7276011" y="2011680"/>
                  </a:cubicBezTo>
                  <a:cubicBezTo>
                    <a:pt x="6885293" y="2049070"/>
                    <a:pt x="6843933" y="2034321"/>
                    <a:pt x="6622869" y="2011680"/>
                  </a:cubicBezTo>
                  <a:cubicBezTo>
                    <a:pt x="6401805" y="1989039"/>
                    <a:pt x="6326231" y="2020664"/>
                    <a:pt x="6244046" y="2011680"/>
                  </a:cubicBezTo>
                  <a:cubicBezTo>
                    <a:pt x="6161861" y="2002696"/>
                    <a:pt x="5768186" y="2028933"/>
                    <a:pt x="5590903" y="2011680"/>
                  </a:cubicBezTo>
                  <a:cubicBezTo>
                    <a:pt x="5413620" y="1994427"/>
                    <a:pt x="5201352" y="2005562"/>
                    <a:pt x="5029200" y="2011680"/>
                  </a:cubicBezTo>
                  <a:cubicBezTo>
                    <a:pt x="4857048" y="2017798"/>
                    <a:pt x="4706999" y="1987993"/>
                    <a:pt x="4467497" y="2011680"/>
                  </a:cubicBezTo>
                  <a:cubicBezTo>
                    <a:pt x="4227995" y="2035367"/>
                    <a:pt x="4046398" y="1999569"/>
                    <a:pt x="3905794" y="2011680"/>
                  </a:cubicBezTo>
                  <a:cubicBezTo>
                    <a:pt x="3765190" y="2023791"/>
                    <a:pt x="3464072" y="2014973"/>
                    <a:pt x="3344091" y="2011680"/>
                  </a:cubicBezTo>
                  <a:cubicBezTo>
                    <a:pt x="3224110" y="2008387"/>
                    <a:pt x="2805478" y="2035940"/>
                    <a:pt x="2599509" y="2011680"/>
                  </a:cubicBezTo>
                  <a:cubicBezTo>
                    <a:pt x="2393540" y="1987420"/>
                    <a:pt x="2176705" y="2004185"/>
                    <a:pt x="1946366" y="2011680"/>
                  </a:cubicBezTo>
                  <a:cubicBezTo>
                    <a:pt x="1716027" y="2019175"/>
                    <a:pt x="1739133" y="2014504"/>
                    <a:pt x="1567543" y="2011680"/>
                  </a:cubicBezTo>
                  <a:cubicBezTo>
                    <a:pt x="1395953" y="2008856"/>
                    <a:pt x="1173413" y="2010856"/>
                    <a:pt x="1005840" y="2011680"/>
                  </a:cubicBezTo>
                  <a:cubicBezTo>
                    <a:pt x="838267" y="2012504"/>
                    <a:pt x="287961" y="1969700"/>
                    <a:pt x="0" y="2011680"/>
                  </a:cubicBezTo>
                  <a:cubicBezTo>
                    <a:pt x="13647" y="1881965"/>
                    <a:pt x="-8760" y="1535437"/>
                    <a:pt x="0" y="1381354"/>
                  </a:cubicBezTo>
                  <a:cubicBezTo>
                    <a:pt x="8760" y="1227271"/>
                    <a:pt x="25645" y="998910"/>
                    <a:pt x="0" y="771144"/>
                  </a:cubicBezTo>
                  <a:cubicBezTo>
                    <a:pt x="-25645" y="543378"/>
                    <a:pt x="-5383" y="181523"/>
                    <a:pt x="0" y="0"/>
                  </a:cubicBezTo>
                  <a:close/>
                </a:path>
                <a:path w="9144000" h="201168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75707" y="297052"/>
                    <a:pt x="9160951" y="366526"/>
                    <a:pt x="9144000" y="650443"/>
                  </a:cubicBezTo>
                  <a:cubicBezTo>
                    <a:pt x="9127049" y="934360"/>
                    <a:pt x="9133257" y="1086491"/>
                    <a:pt x="9144000" y="1321003"/>
                  </a:cubicBezTo>
                  <a:cubicBezTo>
                    <a:pt x="9154743" y="1555515"/>
                    <a:pt x="9113889" y="1698473"/>
                    <a:pt x="9144000" y="2011680"/>
                  </a:cubicBezTo>
                  <a:cubicBezTo>
                    <a:pt x="8817033" y="2036731"/>
                    <a:pt x="8678458" y="2040934"/>
                    <a:pt x="8399417" y="2011680"/>
                  </a:cubicBezTo>
                  <a:cubicBezTo>
                    <a:pt x="8120376" y="1982426"/>
                    <a:pt x="8192280" y="2017696"/>
                    <a:pt x="8020594" y="2011680"/>
                  </a:cubicBezTo>
                  <a:cubicBezTo>
                    <a:pt x="7848908" y="2005664"/>
                    <a:pt x="7758769" y="2003793"/>
                    <a:pt x="7550331" y="2011680"/>
                  </a:cubicBezTo>
                  <a:cubicBezTo>
                    <a:pt x="7341893" y="2019567"/>
                    <a:pt x="7074030" y="2030968"/>
                    <a:pt x="6714309" y="2011680"/>
                  </a:cubicBezTo>
                  <a:cubicBezTo>
                    <a:pt x="6354588" y="1992392"/>
                    <a:pt x="6333433" y="2015932"/>
                    <a:pt x="6061166" y="2011680"/>
                  </a:cubicBezTo>
                  <a:cubicBezTo>
                    <a:pt x="5788899" y="2007428"/>
                    <a:pt x="5757845" y="1994282"/>
                    <a:pt x="5590903" y="2011680"/>
                  </a:cubicBezTo>
                  <a:cubicBezTo>
                    <a:pt x="5423961" y="2029078"/>
                    <a:pt x="5177496" y="2010142"/>
                    <a:pt x="4937760" y="2011680"/>
                  </a:cubicBezTo>
                  <a:cubicBezTo>
                    <a:pt x="4698024" y="2013218"/>
                    <a:pt x="4715891" y="2030171"/>
                    <a:pt x="4558937" y="2011680"/>
                  </a:cubicBezTo>
                  <a:cubicBezTo>
                    <a:pt x="4401983" y="1993189"/>
                    <a:pt x="4322997" y="2002065"/>
                    <a:pt x="4180114" y="2011680"/>
                  </a:cubicBezTo>
                  <a:cubicBezTo>
                    <a:pt x="4037231" y="2021295"/>
                    <a:pt x="3850520" y="1989738"/>
                    <a:pt x="3526971" y="2011680"/>
                  </a:cubicBezTo>
                  <a:cubicBezTo>
                    <a:pt x="3203422" y="2033622"/>
                    <a:pt x="3169490" y="1997034"/>
                    <a:pt x="3056709" y="2011680"/>
                  </a:cubicBezTo>
                  <a:cubicBezTo>
                    <a:pt x="2943928" y="2026326"/>
                    <a:pt x="2567417" y="1986099"/>
                    <a:pt x="2312126" y="2011680"/>
                  </a:cubicBezTo>
                  <a:cubicBezTo>
                    <a:pt x="2056835" y="2037261"/>
                    <a:pt x="2006448" y="1997480"/>
                    <a:pt x="1841863" y="2011680"/>
                  </a:cubicBezTo>
                  <a:cubicBezTo>
                    <a:pt x="1677278" y="2025880"/>
                    <a:pt x="1322183" y="2000416"/>
                    <a:pt x="1097280" y="2011680"/>
                  </a:cubicBezTo>
                  <a:cubicBezTo>
                    <a:pt x="872377" y="2022944"/>
                    <a:pt x="811580" y="2027154"/>
                    <a:pt x="718457" y="2011680"/>
                  </a:cubicBezTo>
                  <a:cubicBezTo>
                    <a:pt x="625334" y="1996206"/>
                    <a:pt x="273259" y="2010883"/>
                    <a:pt x="0" y="2011680"/>
                  </a:cubicBezTo>
                  <a:cubicBezTo>
                    <a:pt x="8194" y="1865764"/>
                    <a:pt x="5378" y="1558478"/>
                    <a:pt x="0" y="1381354"/>
                  </a:cubicBezTo>
                  <a:cubicBezTo>
                    <a:pt x="-5378" y="1204230"/>
                    <a:pt x="-5174" y="844564"/>
                    <a:pt x="0" y="670560"/>
                  </a:cubicBezTo>
                  <a:cubicBezTo>
                    <a:pt x="5174" y="496556"/>
                    <a:pt x="-13193" y="29197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508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2819457" y="2651760"/>
              <a:ext cx="7330383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dirty="0"/>
                <a:t>Разработать </a:t>
              </a:r>
              <a:r>
                <a:rPr lang="ru-RU" dirty="0" smtClean="0"/>
                <a:t>информационную систему </a:t>
              </a:r>
              <a:r>
                <a:rPr lang="ru-RU" dirty="0"/>
                <a:t>поиска недвижимости для «</a:t>
              </a:r>
              <a:r>
                <a:rPr lang="ru-RU" dirty="0" err="1"/>
                <a:t>АрхРеестра</a:t>
              </a:r>
              <a:r>
                <a:rPr lang="ru-RU" dirty="0"/>
                <a:t>» с функциями фильтрации, подбора объектов и учёта обращений, адаптированную под рынок Архангельска.</a:t>
              </a:r>
              <a:endParaRPr lang="en-US" sz="1800" dirty="0"/>
            </a:p>
          </p:txBody>
        </p:sp>
      </p:grpSp>
      <p:sp>
        <p:nvSpPr>
          <p:cNvPr id="5" name="Text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2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pic>
        <p:nvPicPr>
          <p:cNvPr id="8" name="Рисунок 7" descr="Изображение выглядит как круг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F30503-D5C3-0F44-3A54-2DDCF9530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70" y="2039072"/>
            <a:ext cx="504477" cy="532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Задачи</a:t>
            </a:r>
            <a:endParaRPr lang="en-US" sz="3600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F0F938B-0C1A-D9E4-8C96-54AA95675C92}"/>
              </a:ext>
            </a:extLst>
          </p:cNvPr>
          <p:cNvGrpSpPr/>
          <p:nvPr/>
        </p:nvGrpSpPr>
        <p:grpSpPr>
          <a:xfrm>
            <a:off x="1331089" y="924528"/>
            <a:ext cx="6481822" cy="1016064"/>
            <a:chOff x="1371600" y="1645920"/>
            <a:chExt cx="9144000" cy="1280160"/>
          </a:xfrm>
          <a:gradFill flip="none" rotWithShape="1">
            <a:gsLst>
              <a:gs pos="0">
                <a:srgbClr val="B3EBF2"/>
              </a:gs>
              <a:gs pos="26000">
                <a:srgbClr val="FEFEFE"/>
              </a:gs>
              <a:gs pos="90000">
                <a:srgbClr val="BEEEF4"/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Shape 1"/>
            <p:cNvSpPr/>
            <p:nvPr/>
          </p:nvSpPr>
          <p:spPr>
            <a:xfrm>
              <a:off x="1371600" y="1645920"/>
              <a:ext cx="9144000" cy="1280160"/>
            </a:xfrm>
            <a:custGeom>
              <a:avLst/>
              <a:gdLst>
                <a:gd name="connsiteX0" fmla="*/ 0 w 9144000"/>
                <a:gd name="connsiteY0" fmla="*/ 0 h 1280160"/>
                <a:gd name="connsiteX1" fmla="*/ 744583 w 9144000"/>
                <a:gd name="connsiteY1" fmla="*/ 0 h 1280160"/>
                <a:gd name="connsiteX2" fmla="*/ 1580606 w 9144000"/>
                <a:gd name="connsiteY2" fmla="*/ 0 h 1280160"/>
                <a:gd name="connsiteX3" fmla="*/ 2050869 w 9144000"/>
                <a:gd name="connsiteY3" fmla="*/ 0 h 1280160"/>
                <a:gd name="connsiteX4" fmla="*/ 2795451 w 9144000"/>
                <a:gd name="connsiteY4" fmla="*/ 0 h 1280160"/>
                <a:gd name="connsiteX5" fmla="*/ 3265714 w 9144000"/>
                <a:gd name="connsiteY5" fmla="*/ 0 h 1280160"/>
                <a:gd name="connsiteX6" fmla="*/ 3918857 w 9144000"/>
                <a:gd name="connsiteY6" fmla="*/ 0 h 1280160"/>
                <a:gd name="connsiteX7" fmla="*/ 4663440 w 9144000"/>
                <a:gd name="connsiteY7" fmla="*/ 0 h 1280160"/>
                <a:gd name="connsiteX8" fmla="*/ 5042263 w 9144000"/>
                <a:gd name="connsiteY8" fmla="*/ 0 h 1280160"/>
                <a:gd name="connsiteX9" fmla="*/ 5421086 w 9144000"/>
                <a:gd name="connsiteY9" fmla="*/ 0 h 1280160"/>
                <a:gd name="connsiteX10" fmla="*/ 6257109 w 9144000"/>
                <a:gd name="connsiteY10" fmla="*/ 0 h 1280160"/>
                <a:gd name="connsiteX11" fmla="*/ 6910251 w 9144000"/>
                <a:gd name="connsiteY11" fmla="*/ 0 h 1280160"/>
                <a:gd name="connsiteX12" fmla="*/ 7289074 w 9144000"/>
                <a:gd name="connsiteY12" fmla="*/ 0 h 1280160"/>
                <a:gd name="connsiteX13" fmla="*/ 7942217 w 9144000"/>
                <a:gd name="connsiteY13" fmla="*/ 0 h 1280160"/>
                <a:gd name="connsiteX14" fmla="*/ 9144000 w 9144000"/>
                <a:gd name="connsiteY14" fmla="*/ 0 h 1280160"/>
                <a:gd name="connsiteX15" fmla="*/ 9144000 w 9144000"/>
                <a:gd name="connsiteY15" fmla="*/ 627278 h 1280160"/>
                <a:gd name="connsiteX16" fmla="*/ 9144000 w 9144000"/>
                <a:gd name="connsiteY16" fmla="*/ 1280160 h 1280160"/>
                <a:gd name="connsiteX17" fmla="*/ 8765177 w 9144000"/>
                <a:gd name="connsiteY17" fmla="*/ 1280160 h 1280160"/>
                <a:gd name="connsiteX18" fmla="*/ 7929154 w 9144000"/>
                <a:gd name="connsiteY18" fmla="*/ 1280160 h 1280160"/>
                <a:gd name="connsiteX19" fmla="*/ 7184571 w 9144000"/>
                <a:gd name="connsiteY19" fmla="*/ 1280160 h 1280160"/>
                <a:gd name="connsiteX20" fmla="*/ 6439989 w 9144000"/>
                <a:gd name="connsiteY20" fmla="*/ 1280160 h 1280160"/>
                <a:gd name="connsiteX21" fmla="*/ 5695406 w 9144000"/>
                <a:gd name="connsiteY21" fmla="*/ 1280160 h 1280160"/>
                <a:gd name="connsiteX22" fmla="*/ 5225143 w 9144000"/>
                <a:gd name="connsiteY22" fmla="*/ 1280160 h 1280160"/>
                <a:gd name="connsiteX23" fmla="*/ 4389120 w 9144000"/>
                <a:gd name="connsiteY23" fmla="*/ 1280160 h 1280160"/>
                <a:gd name="connsiteX24" fmla="*/ 3735977 w 9144000"/>
                <a:gd name="connsiteY24" fmla="*/ 1280160 h 1280160"/>
                <a:gd name="connsiteX25" fmla="*/ 3357154 w 9144000"/>
                <a:gd name="connsiteY25" fmla="*/ 1280160 h 1280160"/>
                <a:gd name="connsiteX26" fmla="*/ 2704011 w 9144000"/>
                <a:gd name="connsiteY26" fmla="*/ 1280160 h 1280160"/>
                <a:gd name="connsiteX27" fmla="*/ 2142309 w 9144000"/>
                <a:gd name="connsiteY27" fmla="*/ 1280160 h 1280160"/>
                <a:gd name="connsiteX28" fmla="*/ 1580606 w 9144000"/>
                <a:gd name="connsiteY28" fmla="*/ 1280160 h 1280160"/>
                <a:gd name="connsiteX29" fmla="*/ 1018903 w 9144000"/>
                <a:gd name="connsiteY29" fmla="*/ 1280160 h 1280160"/>
                <a:gd name="connsiteX30" fmla="*/ 0 w 9144000"/>
                <a:gd name="connsiteY30" fmla="*/ 1280160 h 1280160"/>
                <a:gd name="connsiteX31" fmla="*/ 0 w 9144000"/>
                <a:gd name="connsiteY31" fmla="*/ 627278 h 1280160"/>
                <a:gd name="connsiteX32" fmla="*/ 0 w 9144000"/>
                <a:gd name="connsiteY32" fmla="*/ 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28016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34881" y="224715"/>
                    <a:pt x="9170211" y="320146"/>
                    <a:pt x="9144000" y="627278"/>
                  </a:cubicBezTo>
                  <a:cubicBezTo>
                    <a:pt x="9117789" y="934410"/>
                    <a:pt x="9135619" y="1015233"/>
                    <a:pt x="9144000" y="1280160"/>
                  </a:cubicBezTo>
                  <a:cubicBezTo>
                    <a:pt x="8988970" y="1290460"/>
                    <a:pt x="8866044" y="1286988"/>
                    <a:pt x="8765177" y="1280160"/>
                  </a:cubicBezTo>
                  <a:cubicBezTo>
                    <a:pt x="8664310" y="1273332"/>
                    <a:pt x="8307230" y="1319781"/>
                    <a:pt x="7929154" y="1280160"/>
                  </a:cubicBezTo>
                  <a:cubicBezTo>
                    <a:pt x="7551078" y="1240539"/>
                    <a:pt x="7499748" y="1270199"/>
                    <a:pt x="7184571" y="1280160"/>
                  </a:cubicBezTo>
                  <a:cubicBezTo>
                    <a:pt x="6869394" y="1290121"/>
                    <a:pt x="6636692" y="1261088"/>
                    <a:pt x="6439989" y="1280160"/>
                  </a:cubicBezTo>
                  <a:cubicBezTo>
                    <a:pt x="6243286" y="1299232"/>
                    <a:pt x="5997961" y="1290934"/>
                    <a:pt x="5695406" y="1280160"/>
                  </a:cubicBezTo>
                  <a:cubicBezTo>
                    <a:pt x="5392851" y="1269386"/>
                    <a:pt x="5342275" y="1292668"/>
                    <a:pt x="5225143" y="1280160"/>
                  </a:cubicBezTo>
                  <a:cubicBezTo>
                    <a:pt x="5108011" y="1267652"/>
                    <a:pt x="4779838" y="1242770"/>
                    <a:pt x="4389120" y="1280160"/>
                  </a:cubicBezTo>
                  <a:cubicBezTo>
                    <a:pt x="3998402" y="1317550"/>
                    <a:pt x="3962958" y="1304979"/>
                    <a:pt x="3735977" y="1280160"/>
                  </a:cubicBezTo>
                  <a:cubicBezTo>
                    <a:pt x="3508996" y="1255341"/>
                    <a:pt x="3439339" y="1289144"/>
                    <a:pt x="3357154" y="1280160"/>
                  </a:cubicBezTo>
                  <a:cubicBezTo>
                    <a:pt x="3274969" y="1271176"/>
                    <a:pt x="2881294" y="1297413"/>
                    <a:pt x="2704011" y="1280160"/>
                  </a:cubicBezTo>
                  <a:cubicBezTo>
                    <a:pt x="2526728" y="1262907"/>
                    <a:pt x="2311240" y="1266967"/>
                    <a:pt x="2142309" y="1280160"/>
                  </a:cubicBezTo>
                  <a:cubicBezTo>
                    <a:pt x="1973378" y="1293353"/>
                    <a:pt x="1820108" y="1256473"/>
                    <a:pt x="1580606" y="1280160"/>
                  </a:cubicBezTo>
                  <a:cubicBezTo>
                    <a:pt x="1341104" y="1303847"/>
                    <a:pt x="1159507" y="1268049"/>
                    <a:pt x="1018903" y="1280160"/>
                  </a:cubicBezTo>
                  <a:cubicBezTo>
                    <a:pt x="878299" y="1292271"/>
                    <a:pt x="259087" y="1324532"/>
                    <a:pt x="0" y="1280160"/>
                  </a:cubicBezTo>
                  <a:cubicBezTo>
                    <a:pt x="-30308" y="970791"/>
                    <a:pt x="13101" y="943676"/>
                    <a:pt x="0" y="627278"/>
                  </a:cubicBezTo>
                  <a:cubicBezTo>
                    <a:pt x="-13101" y="310880"/>
                    <a:pt x="-15662" y="195212"/>
                    <a:pt x="0" y="0"/>
                  </a:cubicBezTo>
                  <a:close/>
                </a:path>
                <a:path w="9144000" h="128016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30592" y="257290"/>
                    <a:pt x="9152661" y="489808"/>
                    <a:pt x="9144000" y="627278"/>
                  </a:cubicBezTo>
                  <a:cubicBezTo>
                    <a:pt x="9135339" y="764748"/>
                    <a:pt x="9162171" y="1015600"/>
                    <a:pt x="9144000" y="1280160"/>
                  </a:cubicBezTo>
                  <a:cubicBezTo>
                    <a:pt x="8945849" y="1281960"/>
                    <a:pt x="8642473" y="1282150"/>
                    <a:pt x="8399417" y="1280160"/>
                  </a:cubicBezTo>
                  <a:cubicBezTo>
                    <a:pt x="8156361" y="1278170"/>
                    <a:pt x="8000910" y="1260457"/>
                    <a:pt x="7746274" y="1280160"/>
                  </a:cubicBezTo>
                  <a:cubicBezTo>
                    <a:pt x="7491638" y="1299863"/>
                    <a:pt x="7539137" y="1286176"/>
                    <a:pt x="7367451" y="1280160"/>
                  </a:cubicBezTo>
                  <a:cubicBezTo>
                    <a:pt x="7195765" y="1274144"/>
                    <a:pt x="7103813" y="1263330"/>
                    <a:pt x="6897189" y="1280160"/>
                  </a:cubicBezTo>
                  <a:cubicBezTo>
                    <a:pt x="6690565" y="1296990"/>
                    <a:pt x="6424425" y="1299572"/>
                    <a:pt x="6061166" y="1280160"/>
                  </a:cubicBezTo>
                  <a:cubicBezTo>
                    <a:pt x="5697907" y="1260748"/>
                    <a:pt x="5680290" y="1284412"/>
                    <a:pt x="5408023" y="1280160"/>
                  </a:cubicBezTo>
                  <a:cubicBezTo>
                    <a:pt x="5135756" y="1275908"/>
                    <a:pt x="5104702" y="1262762"/>
                    <a:pt x="4937760" y="1280160"/>
                  </a:cubicBezTo>
                  <a:cubicBezTo>
                    <a:pt x="4770818" y="1297558"/>
                    <a:pt x="4524353" y="1278622"/>
                    <a:pt x="4284617" y="1280160"/>
                  </a:cubicBezTo>
                  <a:cubicBezTo>
                    <a:pt x="4044881" y="1281698"/>
                    <a:pt x="4062748" y="1298651"/>
                    <a:pt x="3905794" y="1280160"/>
                  </a:cubicBezTo>
                  <a:cubicBezTo>
                    <a:pt x="3748840" y="1261669"/>
                    <a:pt x="3669854" y="1270545"/>
                    <a:pt x="3526971" y="1280160"/>
                  </a:cubicBezTo>
                  <a:cubicBezTo>
                    <a:pt x="3384088" y="1289775"/>
                    <a:pt x="3195773" y="1255676"/>
                    <a:pt x="2873829" y="1280160"/>
                  </a:cubicBezTo>
                  <a:cubicBezTo>
                    <a:pt x="2551885" y="1304644"/>
                    <a:pt x="2520987" y="1266442"/>
                    <a:pt x="2403566" y="1280160"/>
                  </a:cubicBezTo>
                  <a:cubicBezTo>
                    <a:pt x="2286145" y="1293878"/>
                    <a:pt x="1914274" y="1254579"/>
                    <a:pt x="1658983" y="1280160"/>
                  </a:cubicBezTo>
                  <a:cubicBezTo>
                    <a:pt x="1403692" y="1305741"/>
                    <a:pt x="1353305" y="1265960"/>
                    <a:pt x="1188720" y="1280160"/>
                  </a:cubicBezTo>
                  <a:cubicBezTo>
                    <a:pt x="1024135" y="1294360"/>
                    <a:pt x="516889" y="1338966"/>
                    <a:pt x="0" y="1280160"/>
                  </a:cubicBezTo>
                  <a:cubicBezTo>
                    <a:pt x="-11131" y="1006617"/>
                    <a:pt x="-24050" y="934068"/>
                    <a:pt x="0" y="678485"/>
                  </a:cubicBezTo>
                  <a:cubicBezTo>
                    <a:pt x="24050" y="422903"/>
                    <a:pt x="-31858" y="262407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1645920" y="2011680"/>
              <a:ext cx="548640" cy="548640"/>
            </a:xfrm>
            <a:prstGeom prst="ellipse">
              <a:avLst/>
            </a:prstGeom>
            <a:grpFill/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Text 3"/>
            <p:cNvSpPr/>
            <p:nvPr/>
          </p:nvSpPr>
          <p:spPr>
            <a:xfrm>
              <a:off x="1645920" y="2011680"/>
              <a:ext cx="548640" cy="5486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1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194560" y="2128840"/>
              <a:ext cx="7772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6064"/>
                  </a:solidFill>
                </a:rPr>
                <a:t>Анализ требований и проектирование</a:t>
              </a:r>
              <a:endParaRPr lang="en-US" sz="2400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7EF19CF2-8242-6E6B-64A9-777B0C70F19C}"/>
              </a:ext>
            </a:extLst>
          </p:cNvPr>
          <p:cNvGrpSpPr/>
          <p:nvPr/>
        </p:nvGrpSpPr>
        <p:grpSpPr>
          <a:xfrm>
            <a:off x="1298680" y="2292318"/>
            <a:ext cx="6481822" cy="1016064"/>
            <a:chOff x="1371600" y="3200400"/>
            <a:chExt cx="9144000" cy="1280160"/>
          </a:xfr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81000">
                <a:srgbClr val="BEEEF4"/>
              </a:gs>
            </a:gsLst>
            <a:path path="circle">
              <a:fillToRect l="100000" t="100000"/>
            </a:path>
          </a:gradFill>
        </p:grpSpPr>
        <p:sp>
          <p:nvSpPr>
            <p:cNvPr id="8" name="Shape 6"/>
            <p:cNvSpPr/>
            <p:nvPr/>
          </p:nvSpPr>
          <p:spPr>
            <a:xfrm>
              <a:off x="1371600" y="3200400"/>
              <a:ext cx="9144000" cy="1280160"/>
            </a:xfrm>
            <a:custGeom>
              <a:avLst/>
              <a:gdLst>
                <a:gd name="connsiteX0" fmla="*/ 0 w 9144000"/>
                <a:gd name="connsiteY0" fmla="*/ 0 h 1280160"/>
                <a:gd name="connsiteX1" fmla="*/ 744583 w 9144000"/>
                <a:gd name="connsiteY1" fmla="*/ 0 h 1280160"/>
                <a:gd name="connsiteX2" fmla="*/ 1580606 w 9144000"/>
                <a:gd name="connsiteY2" fmla="*/ 0 h 1280160"/>
                <a:gd name="connsiteX3" fmla="*/ 2050869 w 9144000"/>
                <a:gd name="connsiteY3" fmla="*/ 0 h 1280160"/>
                <a:gd name="connsiteX4" fmla="*/ 2795451 w 9144000"/>
                <a:gd name="connsiteY4" fmla="*/ 0 h 1280160"/>
                <a:gd name="connsiteX5" fmla="*/ 3265714 w 9144000"/>
                <a:gd name="connsiteY5" fmla="*/ 0 h 1280160"/>
                <a:gd name="connsiteX6" fmla="*/ 3918857 w 9144000"/>
                <a:gd name="connsiteY6" fmla="*/ 0 h 1280160"/>
                <a:gd name="connsiteX7" fmla="*/ 4663440 w 9144000"/>
                <a:gd name="connsiteY7" fmla="*/ 0 h 1280160"/>
                <a:gd name="connsiteX8" fmla="*/ 5042263 w 9144000"/>
                <a:gd name="connsiteY8" fmla="*/ 0 h 1280160"/>
                <a:gd name="connsiteX9" fmla="*/ 5421086 w 9144000"/>
                <a:gd name="connsiteY9" fmla="*/ 0 h 1280160"/>
                <a:gd name="connsiteX10" fmla="*/ 6257109 w 9144000"/>
                <a:gd name="connsiteY10" fmla="*/ 0 h 1280160"/>
                <a:gd name="connsiteX11" fmla="*/ 6910251 w 9144000"/>
                <a:gd name="connsiteY11" fmla="*/ 0 h 1280160"/>
                <a:gd name="connsiteX12" fmla="*/ 7289074 w 9144000"/>
                <a:gd name="connsiteY12" fmla="*/ 0 h 1280160"/>
                <a:gd name="connsiteX13" fmla="*/ 7942217 w 9144000"/>
                <a:gd name="connsiteY13" fmla="*/ 0 h 1280160"/>
                <a:gd name="connsiteX14" fmla="*/ 9144000 w 9144000"/>
                <a:gd name="connsiteY14" fmla="*/ 0 h 1280160"/>
                <a:gd name="connsiteX15" fmla="*/ 9144000 w 9144000"/>
                <a:gd name="connsiteY15" fmla="*/ 627278 h 1280160"/>
                <a:gd name="connsiteX16" fmla="*/ 9144000 w 9144000"/>
                <a:gd name="connsiteY16" fmla="*/ 1280160 h 1280160"/>
                <a:gd name="connsiteX17" fmla="*/ 8765177 w 9144000"/>
                <a:gd name="connsiteY17" fmla="*/ 1280160 h 1280160"/>
                <a:gd name="connsiteX18" fmla="*/ 7929154 w 9144000"/>
                <a:gd name="connsiteY18" fmla="*/ 1280160 h 1280160"/>
                <a:gd name="connsiteX19" fmla="*/ 7184571 w 9144000"/>
                <a:gd name="connsiteY19" fmla="*/ 1280160 h 1280160"/>
                <a:gd name="connsiteX20" fmla="*/ 6439989 w 9144000"/>
                <a:gd name="connsiteY20" fmla="*/ 1280160 h 1280160"/>
                <a:gd name="connsiteX21" fmla="*/ 5695406 w 9144000"/>
                <a:gd name="connsiteY21" fmla="*/ 1280160 h 1280160"/>
                <a:gd name="connsiteX22" fmla="*/ 5225143 w 9144000"/>
                <a:gd name="connsiteY22" fmla="*/ 1280160 h 1280160"/>
                <a:gd name="connsiteX23" fmla="*/ 4389120 w 9144000"/>
                <a:gd name="connsiteY23" fmla="*/ 1280160 h 1280160"/>
                <a:gd name="connsiteX24" fmla="*/ 3735977 w 9144000"/>
                <a:gd name="connsiteY24" fmla="*/ 1280160 h 1280160"/>
                <a:gd name="connsiteX25" fmla="*/ 3357154 w 9144000"/>
                <a:gd name="connsiteY25" fmla="*/ 1280160 h 1280160"/>
                <a:gd name="connsiteX26" fmla="*/ 2704011 w 9144000"/>
                <a:gd name="connsiteY26" fmla="*/ 1280160 h 1280160"/>
                <a:gd name="connsiteX27" fmla="*/ 2142309 w 9144000"/>
                <a:gd name="connsiteY27" fmla="*/ 1280160 h 1280160"/>
                <a:gd name="connsiteX28" fmla="*/ 1580606 w 9144000"/>
                <a:gd name="connsiteY28" fmla="*/ 1280160 h 1280160"/>
                <a:gd name="connsiteX29" fmla="*/ 1018903 w 9144000"/>
                <a:gd name="connsiteY29" fmla="*/ 1280160 h 1280160"/>
                <a:gd name="connsiteX30" fmla="*/ 0 w 9144000"/>
                <a:gd name="connsiteY30" fmla="*/ 1280160 h 1280160"/>
                <a:gd name="connsiteX31" fmla="*/ 0 w 9144000"/>
                <a:gd name="connsiteY31" fmla="*/ 627278 h 1280160"/>
                <a:gd name="connsiteX32" fmla="*/ 0 w 9144000"/>
                <a:gd name="connsiteY32" fmla="*/ 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28016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34881" y="224715"/>
                    <a:pt x="9170211" y="320146"/>
                    <a:pt x="9144000" y="627278"/>
                  </a:cubicBezTo>
                  <a:cubicBezTo>
                    <a:pt x="9117789" y="934410"/>
                    <a:pt x="9135619" y="1015233"/>
                    <a:pt x="9144000" y="1280160"/>
                  </a:cubicBezTo>
                  <a:cubicBezTo>
                    <a:pt x="8988970" y="1290460"/>
                    <a:pt x="8866044" y="1286988"/>
                    <a:pt x="8765177" y="1280160"/>
                  </a:cubicBezTo>
                  <a:cubicBezTo>
                    <a:pt x="8664310" y="1273332"/>
                    <a:pt x="8307230" y="1319781"/>
                    <a:pt x="7929154" y="1280160"/>
                  </a:cubicBezTo>
                  <a:cubicBezTo>
                    <a:pt x="7551078" y="1240539"/>
                    <a:pt x="7499748" y="1270199"/>
                    <a:pt x="7184571" y="1280160"/>
                  </a:cubicBezTo>
                  <a:cubicBezTo>
                    <a:pt x="6869394" y="1290121"/>
                    <a:pt x="6636692" y="1261088"/>
                    <a:pt x="6439989" y="1280160"/>
                  </a:cubicBezTo>
                  <a:cubicBezTo>
                    <a:pt x="6243286" y="1299232"/>
                    <a:pt x="5997961" y="1290934"/>
                    <a:pt x="5695406" y="1280160"/>
                  </a:cubicBezTo>
                  <a:cubicBezTo>
                    <a:pt x="5392851" y="1269386"/>
                    <a:pt x="5342275" y="1292668"/>
                    <a:pt x="5225143" y="1280160"/>
                  </a:cubicBezTo>
                  <a:cubicBezTo>
                    <a:pt x="5108011" y="1267652"/>
                    <a:pt x="4779838" y="1242770"/>
                    <a:pt x="4389120" y="1280160"/>
                  </a:cubicBezTo>
                  <a:cubicBezTo>
                    <a:pt x="3998402" y="1317550"/>
                    <a:pt x="3962958" y="1304979"/>
                    <a:pt x="3735977" y="1280160"/>
                  </a:cubicBezTo>
                  <a:cubicBezTo>
                    <a:pt x="3508996" y="1255341"/>
                    <a:pt x="3439339" y="1289144"/>
                    <a:pt x="3357154" y="1280160"/>
                  </a:cubicBezTo>
                  <a:cubicBezTo>
                    <a:pt x="3274969" y="1271176"/>
                    <a:pt x="2881294" y="1297413"/>
                    <a:pt x="2704011" y="1280160"/>
                  </a:cubicBezTo>
                  <a:cubicBezTo>
                    <a:pt x="2526728" y="1262907"/>
                    <a:pt x="2311240" y="1266967"/>
                    <a:pt x="2142309" y="1280160"/>
                  </a:cubicBezTo>
                  <a:cubicBezTo>
                    <a:pt x="1973378" y="1293353"/>
                    <a:pt x="1820108" y="1256473"/>
                    <a:pt x="1580606" y="1280160"/>
                  </a:cubicBezTo>
                  <a:cubicBezTo>
                    <a:pt x="1341104" y="1303847"/>
                    <a:pt x="1159507" y="1268049"/>
                    <a:pt x="1018903" y="1280160"/>
                  </a:cubicBezTo>
                  <a:cubicBezTo>
                    <a:pt x="878299" y="1292271"/>
                    <a:pt x="259087" y="1324532"/>
                    <a:pt x="0" y="1280160"/>
                  </a:cubicBezTo>
                  <a:cubicBezTo>
                    <a:pt x="-30308" y="970791"/>
                    <a:pt x="13101" y="943676"/>
                    <a:pt x="0" y="627278"/>
                  </a:cubicBezTo>
                  <a:cubicBezTo>
                    <a:pt x="-13101" y="310880"/>
                    <a:pt x="-15662" y="195212"/>
                    <a:pt x="0" y="0"/>
                  </a:cubicBezTo>
                  <a:close/>
                </a:path>
                <a:path w="9144000" h="128016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30592" y="257290"/>
                    <a:pt x="9152661" y="489808"/>
                    <a:pt x="9144000" y="627278"/>
                  </a:cubicBezTo>
                  <a:cubicBezTo>
                    <a:pt x="9135339" y="764748"/>
                    <a:pt x="9162171" y="1015600"/>
                    <a:pt x="9144000" y="1280160"/>
                  </a:cubicBezTo>
                  <a:cubicBezTo>
                    <a:pt x="8945849" y="1281960"/>
                    <a:pt x="8642473" y="1282150"/>
                    <a:pt x="8399417" y="1280160"/>
                  </a:cubicBezTo>
                  <a:cubicBezTo>
                    <a:pt x="8156361" y="1278170"/>
                    <a:pt x="8000910" y="1260457"/>
                    <a:pt x="7746274" y="1280160"/>
                  </a:cubicBezTo>
                  <a:cubicBezTo>
                    <a:pt x="7491638" y="1299863"/>
                    <a:pt x="7539137" y="1286176"/>
                    <a:pt x="7367451" y="1280160"/>
                  </a:cubicBezTo>
                  <a:cubicBezTo>
                    <a:pt x="7195765" y="1274144"/>
                    <a:pt x="7103813" y="1263330"/>
                    <a:pt x="6897189" y="1280160"/>
                  </a:cubicBezTo>
                  <a:cubicBezTo>
                    <a:pt x="6690565" y="1296990"/>
                    <a:pt x="6424425" y="1299572"/>
                    <a:pt x="6061166" y="1280160"/>
                  </a:cubicBezTo>
                  <a:cubicBezTo>
                    <a:pt x="5697907" y="1260748"/>
                    <a:pt x="5680290" y="1284412"/>
                    <a:pt x="5408023" y="1280160"/>
                  </a:cubicBezTo>
                  <a:cubicBezTo>
                    <a:pt x="5135756" y="1275908"/>
                    <a:pt x="5104702" y="1262762"/>
                    <a:pt x="4937760" y="1280160"/>
                  </a:cubicBezTo>
                  <a:cubicBezTo>
                    <a:pt x="4770818" y="1297558"/>
                    <a:pt x="4524353" y="1278622"/>
                    <a:pt x="4284617" y="1280160"/>
                  </a:cubicBezTo>
                  <a:cubicBezTo>
                    <a:pt x="4044881" y="1281698"/>
                    <a:pt x="4062748" y="1298651"/>
                    <a:pt x="3905794" y="1280160"/>
                  </a:cubicBezTo>
                  <a:cubicBezTo>
                    <a:pt x="3748840" y="1261669"/>
                    <a:pt x="3669854" y="1270545"/>
                    <a:pt x="3526971" y="1280160"/>
                  </a:cubicBezTo>
                  <a:cubicBezTo>
                    <a:pt x="3384088" y="1289775"/>
                    <a:pt x="3195773" y="1255676"/>
                    <a:pt x="2873829" y="1280160"/>
                  </a:cubicBezTo>
                  <a:cubicBezTo>
                    <a:pt x="2551885" y="1304644"/>
                    <a:pt x="2520987" y="1266442"/>
                    <a:pt x="2403566" y="1280160"/>
                  </a:cubicBezTo>
                  <a:cubicBezTo>
                    <a:pt x="2286145" y="1293878"/>
                    <a:pt x="1914274" y="1254579"/>
                    <a:pt x="1658983" y="1280160"/>
                  </a:cubicBezTo>
                  <a:cubicBezTo>
                    <a:pt x="1403692" y="1305741"/>
                    <a:pt x="1353305" y="1265960"/>
                    <a:pt x="1188720" y="1280160"/>
                  </a:cubicBezTo>
                  <a:cubicBezTo>
                    <a:pt x="1024135" y="1294360"/>
                    <a:pt x="516889" y="1338966"/>
                    <a:pt x="0" y="1280160"/>
                  </a:cubicBezTo>
                  <a:cubicBezTo>
                    <a:pt x="-11131" y="1006617"/>
                    <a:pt x="-24050" y="934068"/>
                    <a:pt x="0" y="678485"/>
                  </a:cubicBezTo>
                  <a:cubicBezTo>
                    <a:pt x="24050" y="422903"/>
                    <a:pt x="-31858" y="262407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645920" y="3566160"/>
              <a:ext cx="548640" cy="548640"/>
            </a:xfrm>
            <a:prstGeom prst="ellipse">
              <a:avLst/>
            </a:prstGeom>
            <a:grpFill/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45920" y="3566160"/>
              <a:ext cx="548640" cy="5486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2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240280" y="3657600"/>
              <a:ext cx="7772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6064"/>
                  </a:solidFill>
                </a:rPr>
                <a:t>Разработка подсистемы</a:t>
              </a:r>
              <a:endParaRPr lang="en-US" sz="2400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0A5C320-5CF4-DDBD-5BF9-19E47AD11904}"/>
              </a:ext>
            </a:extLst>
          </p:cNvPr>
          <p:cNvGrpSpPr/>
          <p:nvPr/>
        </p:nvGrpSpPr>
        <p:grpSpPr>
          <a:xfrm>
            <a:off x="1331089" y="3660108"/>
            <a:ext cx="6481822" cy="1016064"/>
            <a:chOff x="1371600" y="4754880"/>
            <a:chExt cx="9144000" cy="1280160"/>
          </a:xfrm>
          <a:gradFill flip="none" rotWithShape="1">
            <a:gsLst>
              <a:gs pos="0">
                <a:srgbClr val="B3EBF2"/>
              </a:gs>
              <a:gs pos="77000">
                <a:srgbClr val="FEFEFE"/>
              </a:gs>
              <a:gs pos="23000">
                <a:srgbClr val="FEFEFE"/>
              </a:gs>
              <a:gs pos="88000">
                <a:srgbClr val="BEEEF4"/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13" name="Shape 11"/>
            <p:cNvSpPr/>
            <p:nvPr/>
          </p:nvSpPr>
          <p:spPr>
            <a:xfrm>
              <a:off x="1371600" y="4754880"/>
              <a:ext cx="9144000" cy="1280160"/>
            </a:xfrm>
            <a:custGeom>
              <a:avLst/>
              <a:gdLst>
                <a:gd name="connsiteX0" fmla="*/ 0 w 9144000"/>
                <a:gd name="connsiteY0" fmla="*/ 0 h 1280160"/>
                <a:gd name="connsiteX1" fmla="*/ 744583 w 9144000"/>
                <a:gd name="connsiteY1" fmla="*/ 0 h 1280160"/>
                <a:gd name="connsiteX2" fmla="*/ 1580606 w 9144000"/>
                <a:gd name="connsiteY2" fmla="*/ 0 h 1280160"/>
                <a:gd name="connsiteX3" fmla="*/ 2050869 w 9144000"/>
                <a:gd name="connsiteY3" fmla="*/ 0 h 1280160"/>
                <a:gd name="connsiteX4" fmla="*/ 2795451 w 9144000"/>
                <a:gd name="connsiteY4" fmla="*/ 0 h 1280160"/>
                <a:gd name="connsiteX5" fmla="*/ 3265714 w 9144000"/>
                <a:gd name="connsiteY5" fmla="*/ 0 h 1280160"/>
                <a:gd name="connsiteX6" fmla="*/ 3918857 w 9144000"/>
                <a:gd name="connsiteY6" fmla="*/ 0 h 1280160"/>
                <a:gd name="connsiteX7" fmla="*/ 4663440 w 9144000"/>
                <a:gd name="connsiteY7" fmla="*/ 0 h 1280160"/>
                <a:gd name="connsiteX8" fmla="*/ 5042263 w 9144000"/>
                <a:gd name="connsiteY8" fmla="*/ 0 h 1280160"/>
                <a:gd name="connsiteX9" fmla="*/ 5421086 w 9144000"/>
                <a:gd name="connsiteY9" fmla="*/ 0 h 1280160"/>
                <a:gd name="connsiteX10" fmla="*/ 6257109 w 9144000"/>
                <a:gd name="connsiteY10" fmla="*/ 0 h 1280160"/>
                <a:gd name="connsiteX11" fmla="*/ 6910251 w 9144000"/>
                <a:gd name="connsiteY11" fmla="*/ 0 h 1280160"/>
                <a:gd name="connsiteX12" fmla="*/ 7289074 w 9144000"/>
                <a:gd name="connsiteY12" fmla="*/ 0 h 1280160"/>
                <a:gd name="connsiteX13" fmla="*/ 7942217 w 9144000"/>
                <a:gd name="connsiteY13" fmla="*/ 0 h 1280160"/>
                <a:gd name="connsiteX14" fmla="*/ 9144000 w 9144000"/>
                <a:gd name="connsiteY14" fmla="*/ 0 h 1280160"/>
                <a:gd name="connsiteX15" fmla="*/ 9144000 w 9144000"/>
                <a:gd name="connsiteY15" fmla="*/ 627278 h 1280160"/>
                <a:gd name="connsiteX16" fmla="*/ 9144000 w 9144000"/>
                <a:gd name="connsiteY16" fmla="*/ 1280160 h 1280160"/>
                <a:gd name="connsiteX17" fmla="*/ 8765177 w 9144000"/>
                <a:gd name="connsiteY17" fmla="*/ 1280160 h 1280160"/>
                <a:gd name="connsiteX18" fmla="*/ 7929154 w 9144000"/>
                <a:gd name="connsiteY18" fmla="*/ 1280160 h 1280160"/>
                <a:gd name="connsiteX19" fmla="*/ 7184571 w 9144000"/>
                <a:gd name="connsiteY19" fmla="*/ 1280160 h 1280160"/>
                <a:gd name="connsiteX20" fmla="*/ 6439989 w 9144000"/>
                <a:gd name="connsiteY20" fmla="*/ 1280160 h 1280160"/>
                <a:gd name="connsiteX21" fmla="*/ 5695406 w 9144000"/>
                <a:gd name="connsiteY21" fmla="*/ 1280160 h 1280160"/>
                <a:gd name="connsiteX22" fmla="*/ 5225143 w 9144000"/>
                <a:gd name="connsiteY22" fmla="*/ 1280160 h 1280160"/>
                <a:gd name="connsiteX23" fmla="*/ 4389120 w 9144000"/>
                <a:gd name="connsiteY23" fmla="*/ 1280160 h 1280160"/>
                <a:gd name="connsiteX24" fmla="*/ 3735977 w 9144000"/>
                <a:gd name="connsiteY24" fmla="*/ 1280160 h 1280160"/>
                <a:gd name="connsiteX25" fmla="*/ 3357154 w 9144000"/>
                <a:gd name="connsiteY25" fmla="*/ 1280160 h 1280160"/>
                <a:gd name="connsiteX26" fmla="*/ 2704011 w 9144000"/>
                <a:gd name="connsiteY26" fmla="*/ 1280160 h 1280160"/>
                <a:gd name="connsiteX27" fmla="*/ 2142309 w 9144000"/>
                <a:gd name="connsiteY27" fmla="*/ 1280160 h 1280160"/>
                <a:gd name="connsiteX28" fmla="*/ 1580606 w 9144000"/>
                <a:gd name="connsiteY28" fmla="*/ 1280160 h 1280160"/>
                <a:gd name="connsiteX29" fmla="*/ 1018903 w 9144000"/>
                <a:gd name="connsiteY29" fmla="*/ 1280160 h 1280160"/>
                <a:gd name="connsiteX30" fmla="*/ 0 w 9144000"/>
                <a:gd name="connsiteY30" fmla="*/ 1280160 h 1280160"/>
                <a:gd name="connsiteX31" fmla="*/ 0 w 9144000"/>
                <a:gd name="connsiteY31" fmla="*/ 627278 h 1280160"/>
                <a:gd name="connsiteX32" fmla="*/ 0 w 9144000"/>
                <a:gd name="connsiteY32" fmla="*/ 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28016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34881" y="224715"/>
                    <a:pt x="9170211" y="320146"/>
                    <a:pt x="9144000" y="627278"/>
                  </a:cubicBezTo>
                  <a:cubicBezTo>
                    <a:pt x="9117789" y="934410"/>
                    <a:pt x="9135619" y="1015233"/>
                    <a:pt x="9144000" y="1280160"/>
                  </a:cubicBezTo>
                  <a:cubicBezTo>
                    <a:pt x="8988970" y="1290460"/>
                    <a:pt x="8866044" y="1286988"/>
                    <a:pt x="8765177" y="1280160"/>
                  </a:cubicBezTo>
                  <a:cubicBezTo>
                    <a:pt x="8664310" y="1273332"/>
                    <a:pt x="8307230" y="1319781"/>
                    <a:pt x="7929154" y="1280160"/>
                  </a:cubicBezTo>
                  <a:cubicBezTo>
                    <a:pt x="7551078" y="1240539"/>
                    <a:pt x="7499748" y="1270199"/>
                    <a:pt x="7184571" y="1280160"/>
                  </a:cubicBezTo>
                  <a:cubicBezTo>
                    <a:pt x="6869394" y="1290121"/>
                    <a:pt x="6636692" y="1261088"/>
                    <a:pt x="6439989" y="1280160"/>
                  </a:cubicBezTo>
                  <a:cubicBezTo>
                    <a:pt x="6243286" y="1299232"/>
                    <a:pt x="5997961" y="1290934"/>
                    <a:pt x="5695406" y="1280160"/>
                  </a:cubicBezTo>
                  <a:cubicBezTo>
                    <a:pt x="5392851" y="1269386"/>
                    <a:pt x="5342275" y="1292668"/>
                    <a:pt x="5225143" y="1280160"/>
                  </a:cubicBezTo>
                  <a:cubicBezTo>
                    <a:pt x="5108011" y="1267652"/>
                    <a:pt x="4779838" y="1242770"/>
                    <a:pt x="4389120" y="1280160"/>
                  </a:cubicBezTo>
                  <a:cubicBezTo>
                    <a:pt x="3998402" y="1317550"/>
                    <a:pt x="3962958" y="1304979"/>
                    <a:pt x="3735977" y="1280160"/>
                  </a:cubicBezTo>
                  <a:cubicBezTo>
                    <a:pt x="3508996" y="1255341"/>
                    <a:pt x="3439339" y="1289144"/>
                    <a:pt x="3357154" y="1280160"/>
                  </a:cubicBezTo>
                  <a:cubicBezTo>
                    <a:pt x="3274969" y="1271176"/>
                    <a:pt x="2881294" y="1297413"/>
                    <a:pt x="2704011" y="1280160"/>
                  </a:cubicBezTo>
                  <a:cubicBezTo>
                    <a:pt x="2526728" y="1262907"/>
                    <a:pt x="2311240" y="1266967"/>
                    <a:pt x="2142309" y="1280160"/>
                  </a:cubicBezTo>
                  <a:cubicBezTo>
                    <a:pt x="1973378" y="1293353"/>
                    <a:pt x="1820108" y="1256473"/>
                    <a:pt x="1580606" y="1280160"/>
                  </a:cubicBezTo>
                  <a:cubicBezTo>
                    <a:pt x="1341104" y="1303847"/>
                    <a:pt x="1159507" y="1268049"/>
                    <a:pt x="1018903" y="1280160"/>
                  </a:cubicBezTo>
                  <a:cubicBezTo>
                    <a:pt x="878299" y="1292271"/>
                    <a:pt x="259087" y="1324532"/>
                    <a:pt x="0" y="1280160"/>
                  </a:cubicBezTo>
                  <a:cubicBezTo>
                    <a:pt x="-30308" y="970791"/>
                    <a:pt x="13101" y="943676"/>
                    <a:pt x="0" y="627278"/>
                  </a:cubicBezTo>
                  <a:cubicBezTo>
                    <a:pt x="-13101" y="310880"/>
                    <a:pt x="-15662" y="195212"/>
                    <a:pt x="0" y="0"/>
                  </a:cubicBezTo>
                  <a:close/>
                </a:path>
                <a:path w="9144000" h="128016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30592" y="257290"/>
                    <a:pt x="9152661" y="489808"/>
                    <a:pt x="9144000" y="627278"/>
                  </a:cubicBezTo>
                  <a:cubicBezTo>
                    <a:pt x="9135339" y="764748"/>
                    <a:pt x="9162171" y="1015600"/>
                    <a:pt x="9144000" y="1280160"/>
                  </a:cubicBezTo>
                  <a:cubicBezTo>
                    <a:pt x="8945849" y="1281960"/>
                    <a:pt x="8642473" y="1282150"/>
                    <a:pt x="8399417" y="1280160"/>
                  </a:cubicBezTo>
                  <a:cubicBezTo>
                    <a:pt x="8156361" y="1278170"/>
                    <a:pt x="8000910" y="1260457"/>
                    <a:pt x="7746274" y="1280160"/>
                  </a:cubicBezTo>
                  <a:cubicBezTo>
                    <a:pt x="7491638" y="1299863"/>
                    <a:pt x="7539137" y="1286176"/>
                    <a:pt x="7367451" y="1280160"/>
                  </a:cubicBezTo>
                  <a:cubicBezTo>
                    <a:pt x="7195765" y="1274144"/>
                    <a:pt x="7103813" y="1263330"/>
                    <a:pt x="6897189" y="1280160"/>
                  </a:cubicBezTo>
                  <a:cubicBezTo>
                    <a:pt x="6690565" y="1296990"/>
                    <a:pt x="6424425" y="1299572"/>
                    <a:pt x="6061166" y="1280160"/>
                  </a:cubicBezTo>
                  <a:cubicBezTo>
                    <a:pt x="5697907" y="1260748"/>
                    <a:pt x="5680290" y="1284412"/>
                    <a:pt x="5408023" y="1280160"/>
                  </a:cubicBezTo>
                  <a:cubicBezTo>
                    <a:pt x="5135756" y="1275908"/>
                    <a:pt x="5104702" y="1262762"/>
                    <a:pt x="4937760" y="1280160"/>
                  </a:cubicBezTo>
                  <a:cubicBezTo>
                    <a:pt x="4770818" y="1297558"/>
                    <a:pt x="4524353" y="1278622"/>
                    <a:pt x="4284617" y="1280160"/>
                  </a:cubicBezTo>
                  <a:cubicBezTo>
                    <a:pt x="4044881" y="1281698"/>
                    <a:pt x="4062748" y="1298651"/>
                    <a:pt x="3905794" y="1280160"/>
                  </a:cubicBezTo>
                  <a:cubicBezTo>
                    <a:pt x="3748840" y="1261669"/>
                    <a:pt x="3669854" y="1270545"/>
                    <a:pt x="3526971" y="1280160"/>
                  </a:cubicBezTo>
                  <a:cubicBezTo>
                    <a:pt x="3384088" y="1289775"/>
                    <a:pt x="3195773" y="1255676"/>
                    <a:pt x="2873829" y="1280160"/>
                  </a:cubicBezTo>
                  <a:cubicBezTo>
                    <a:pt x="2551885" y="1304644"/>
                    <a:pt x="2520987" y="1266442"/>
                    <a:pt x="2403566" y="1280160"/>
                  </a:cubicBezTo>
                  <a:cubicBezTo>
                    <a:pt x="2286145" y="1293878"/>
                    <a:pt x="1914274" y="1254579"/>
                    <a:pt x="1658983" y="1280160"/>
                  </a:cubicBezTo>
                  <a:cubicBezTo>
                    <a:pt x="1403692" y="1305741"/>
                    <a:pt x="1353305" y="1265960"/>
                    <a:pt x="1188720" y="1280160"/>
                  </a:cubicBezTo>
                  <a:cubicBezTo>
                    <a:pt x="1024135" y="1294360"/>
                    <a:pt x="516889" y="1338966"/>
                    <a:pt x="0" y="1280160"/>
                  </a:cubicBezTo>
                  <a:cubicBezTo>
                    <a:pt x="-11131" y="1006617"/>
                    <a:pt x="-24050" y="934068"/>
                    <a:pt x="0" y="678485"/>
                  </a:cubicBezTo>
                  <a:cubicBezTo>
                    <a:pt x="24050" y="422903"/>
                    <a:pt x="-31858" y="262407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2BD69E3C-E986-9625-3A3C-0F27C879E524}"/>
                </a:ext>
              </a:extLst>
            </p:cNvPr>
            <p:cNvGrpSpPr/>
            <p:nvPr/>
          </p:nvGrpSpPr>
          <p:grpSpPr>
            <a:xfrm>
              <a:off x="1645920" y="5120640"/>
              <a:ext cx="8275320" cy="548640"/>
              <a:chOff x="1645920" y="5120640"/>
              <a:chExt cx="8275320" cy="548640"/>
            </a:xfrm>
            <a:grpFill/>
          </p:grpSpPr>
          <p:sp>
            <p:nvSpPr>
              <p:cNvPr id="14" name="Shape 12"/>
              <p:cNvSpPr/>
              <p:nvPr/>
            </p:nvSpPr>
            <p:spPr>
              <a:xfrm>
                <a:off x="1645920" y="5120640"/>
                <a:ext cx="548640" cy="548640"/>
              </a:xfrm>
              <a:prstGeom prst="ellipse">
                <a:avLst/>
              </a:prstGeom>
              <a:grpFill/>
              <a:ln/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645920" y="5120640"/>
                <a:ext cx="548640" cy="548640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3</a:t>
                </a:r>
                <a:endParaRPr lang="en-US" sz="24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2148840" y="5209236"/>
                <a:ext cx="7772400" cy="365760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6064"/>
                    </a:solidFill>
                  </a:rPr>
                  <a:t>Тестирование и документирование</a:t>
                </a:r>
                <a:endParaRPr lang="en-US" sz="2400" dirty="0"/>
              </a:p>
            </p:txBody>
          </p:sp>
        </p:grpSp>
      </p:grpSp>
      <p:sp>
        <p:nvSpPr>
          <p:cNvPr id="18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3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Средства разработки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61618" y="722539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ACC1"/>
                </a:solidFill>
              </a:rPr>
              <a:t>Языки</a:t>
            </a:r>
            <a:r>
              <a:rPr lang="en-US" sz="2000" b="1" dirty="0">
                <a:solidFill>
                  <a:srgbClr val="00ACC1"/>
                </a:solidFill>
              </a:rPr>
              <a:t> </a:t>
            </a:r>
            <a:r>
              <a:rPr lang="en-US" sz="2000" b="1" dirty="0" err="1">
                <a:solidFill>
                  <a:srgbClr val="00ACC1"/>
                </a:solidFill>
              </a:rPr>
              <a:t>программирования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120" y="1205048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613639 w 4295471"/>
              <a:gd name="connsiteY1" fmla="*/ 0 h 656409"/>
              <a:gd name="connsiteX2" fmla="*/ 1313187 w 4295471"/>
              <a:gd name="connsiteY2" fmla="*/ 0 h 656409"/>
              <a:gd name="connsiteX3" fmla="*/ 1926826 w 4295471"/>
              <a:gd name="connsiteY3" fmla="*/ 0 h 656409"/>
              <a:gd name="connsiteX4" fmla="*/ 2454555 w 4295471"/>
              <a:gd name="connsiteY4" fmla="*/ 0 h 656409"/>
              <a:gd name="connsiteX5" fmla="*/ 2939329 w 4295471"/>
              <a:gd name="connsiteY5" fmla="*/ 0 h 656409"/>
              <a:gd name="connsiteX6" fmla="*/ 3510013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595923 w 4295471"/>
              <a:gd name="connsiteY9" fmla="*/ 656409 h 656409"/>
              <a:gd name="connsiteX10" fmla="*/ 2939329 w 4295471"/>
              <a:gd name="connsiteY10" fmla="*/ 656409 h 656409"/>
              <a:gd name="connsiteX11" fmla="*/ 2325691 w 4295471"/>
              <a:gd name="connsiteY11" fmla="*/ 656409 h 656409"/>
              <a:gd name="connsiteX12" fmla="*/ 1626143 w 4295471"/>
              <a:gd name="connsiteY12" fmla="*/ 656409 h 656409"/>
              <a:gd name="connsiteX13" fmla="*/ 1055459 w 4295471"/>
              <a:gd name="connsiteY13" fmla="*/ 656409 h 656409"/>
              <a:gd name="connsiteX14" fmla="*/ 0 w 4295471"/>
              <a:gd name="connsiteY14" fmla="*/ 656409 h 656409"/>
              <a:gd name="connsiteX15" fmla="*/ 0 w 4295471"/>
              <a:gd name="connsiteY15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81458" y="-5728"/>
                  <a:pt x="338100" y="-24816"/>
                  <a:pt x="613639" y="0"/>
                </a:cubicBezTo>
                <a:cubicBezTo>
                  <a:pt x="889178" y="24816"/>
                  <a:pt x="1161216" y="-2482"/>
                  <a:pt x="1313187" y="0"/>
                </a:cubicBezTo>
                <a:cubicBezTo>
                  <a:pt x="1465158" y="2482"/>
                  <a:pt x="1686772" y="-18820"/>
                  <a:pt x="1926826" y="0"/>
                </a:cubicBezTo>
                <a:cubicBezTo>
                  <a:pt x="2166880" y="18820"/>
                  <a:pt x="2273700" y="-19639"/>
                  <a:pt x="2454555" y="0"/>
                </a:cubicBezTo>
                <a:cubicBezTo>
                  <a:pt x="2635410" y="19639"/>
                  <a:pt x="2779540" y="8285"/>
                  <a:pt x="2939329" y="0"/>
                </a:cubicBezTo>
                <a:cubicBezTo>
                  <a:pt x="3099118" y="-8285"/>
                  <a:pt x="3349110" y="1908"/>
                  <a:pt x="3510013" y="0"/>
                </a:cubicBezTo>
                <a:cubicBezTo>
                  <a:pt x="3670916" y="-1908"/>
                  <a:pt x="4082082" y="-33238"/>
                  <a:pt x="4295471" y="0"/>
                </a:cubicBezTo>
                <a:cubicBezTo>
                  <a:pt x="4282439" y="291934"/>
                  <a:pt x="4267663" y="330323"/>
                  <a:pt x="4295471" y="656409"/>
                </a:cubicBezTo>
                <a:cubicBezTo>
                  <a:pt x="3948862" y="670114"/>
                  <a:pt x="3796713" y="622559"/>
                  <a:pt x="3595923" y="656409"/>
                </a:cubicBezTo>
                <a:cubicBezTo>
                  <a:pt x="3395133" y="690259"/>
                  <a:pt x="3235157" y="649796"/>
                  <a:pt x="2939329" y="656409"/>
                </a:cubicBezTo>
                <a:cubicBezTo>
                  <a:pt x="2643501" y="663022"/>
                  <a:pt x="2528298" y="633759"/>
                  <a:pt x="2325691" y="656409"/>
                </a:cubicBezTo>
                <a:cubicBezTo>
                  <a:pt x="2123084" y="679059"/>
                  <a:pt x="1811282" y="672896"/>
                  <a:pt x="1626143" y="656409"/>
                </a:cubicBezTo>
                <a:cubicBezTo>
                  <a:pt x="1441004" y="639922"/>
                  <a:pt x="1305123" y="642136"/>
                  <a:pt x="1055459" y="656409"/>
                </a:cubicBezTo>
                <a:cubicBezTo>
                  <a:pt x="805795" y="670682"/>
                  <a:pt x="247114" y="633065"/>
                  <a:pt x="0" y="656409"/>
                </a:cubicBezTo>
                <a:cubicBezTo>
                  <a:pt x="-19664" y="452332"/>
                  <a:pt x="8520" y="188755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41995" y="-31736"/>
                  <a:pt x="452251" y="25334"/>
                  <a:pt x="656593" y="0"/>
                </a:cubicBezTo>
                <a:cubicBezTo>
                  <a:pt x="860935" y="-25334"/>
                  <a:pt x="1039113" y="-20126"/>
                  <a:pt x="1184323" y="0"/>
                </a:cubicBezTo>
                <a:cubicBezTo>
                  <a:pt x="1329533" y="20126"/>
                  <a:pt x="1661482" y="19923"/>
                  <a:pt x="1797961" y="0"/>
                </a:cubicBezTo>
                <a:cubicBezTo>
                  <a:pt x="1934440" y="-19923"/>
                  <a:pt x="2072595" y="-20332"/>
                  <a:pt x="2325691" y="0"/>
                </a:cubicBezTo>
                <a:cubicBezTo>
                  <a:pt x="2578787" y="20332"/>
                  <a:pt x="2733777" y="19224"/>
                  <a:pt x="2982284" y="0"/>
                </a:cubicBezTo>
                <a:cubicBezTo>
                  <a:pt x="3230791" y="-19224"/>
                  <a:pt x="3357158" y="-9983"/>
                  <a:pt x="3595923" y="0"/>
                </a:cubicBezTo>
                <a:cubicBezTo>
                  <a:pt x="3834688" y="9983"/>
                  <a:pt x="4118796" y="-34353"/>
                  <a:pt x="4295471" y="0"/>
                </a:cubicBezTo>
                <a:cubicBezTo>
                  <a:pt x="4306473" y="133677"/>
                  <a:pt x="4279666" y="487120"/>
                  <a:pt x="4295471" y="656409"/>
                </a:cubicBezTo>
                <a:cubicBezTo>
                  <a:pt x="4045751" y="687354"/>
                  <a:pt x="3931201" y="623523"/>
                  <a:pt x="3595923" y="656409"/>
                </a:cubicBezTo>
                <a:cubicBezTo>
                  <a:pt x="3260645" y="689295"/>
                  <a:pt x="3254873" y="654451"/>
                  <a:pt x="3111148" y="656409"/>
                </a:cubicBezTo>
                <a:cubicBezTo>
                  <a:pt x="2967424" y="658367"/>
                  <a:pt x="2793796" y="675406"/>
                  <a:pt x="2583419" y="656409"/>
                </a:cubicBezTo>
                <a:cubicBezTo>
                  <a:pt x="2373042" y="637412"/>
                  <a:pt x="2306312" y="638120"/>
                  <a:pt x="2055690" y="656409"/>
                </a:cubicBezTo>
                <a:cubicBezTo>
                  <a:pt x="1805068" y="674698"/>
                  <a:pt x="1723330" y="660997"/>
                  <a:pt x="1442051" y="656409"/>
                </a:cubicBezTo>
                <a:cubicBezTo>
                  <a:pt x="1160772" y="651821"/>
                  <a:pt x="953875" y="684860"/>
                  <a:pt x="742503" y="656409"/>
                </a:cubicBezTo>
                <a:cubicBezTo>
                  <a:pt x="531131" y="627958"/>
                  <a:pt x="298624" y="644346"/>
                  <a:pt x="0" y="656409"/>
                </a:cubicBezTo>
                <a:cubicBezTo>
                  <a:pt x="-17618" y="449055"/>
                  <a:pt x="-3794" y="227414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267149097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5" name="Text 3"/>
          <p:cNvSpPr/>
          <p:nvPr/>
        </p:nvSpPr>
        <p:spPr>
          <a:xfrm>
            <a:off x="220172" y="1428284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C# (.NET 9)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1120" y="2025559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27729 w 4295471"/>
              <a:gd name="connsiteY1" fmla="*/ 0 h 656409"/>
              <a:gd name="connsiteX2" fmla="*/ 1184323 w 4295471"/>
              <a:gd name="connsiteY2" fmla="*/ 0 h 656409"/>
              <a:gd name="connsiteX3" fmla="*/ 1840916 w 4295471"/>
              <a:gd name="connsiteY3" fmla="*/ 0 h 656409"/>
              <a:gd name="connsiteX4" fmla="*/ 2368645 w 4295471"/>
              <a:gd name="connsiteY4" fmla="*/ 0 h 656409"/>
              <a:gd name="connsiteX5" fmla="*/ 2853420 w 4295471"/>
              <a:gd name="connsiteY5" fmla="*/ 0 h 656409"/>
              <a:gd name="connsiteX6" fmla="*/ 3424104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81832 w 4295471"/>
              <a:gd name="connsiteY9" fmla="*/ 656409 h 656409"/>
              <a:gd name="connsiteX10" fmla="*/ 3111148 w 4295471"/>
              <a:gd name="connsiteY10" fmla="*/ 656409 h 656409"/>
              <a:gd name="connsiteX11" fmla="*/ 2411600 w 4295471"/>
              <a:gd name="connsiteY11" fmla="*/ 656409 h 656409"/>
              <a:gd name="connsiteX12" fmla="*/ 1755007 w 4295471"/>
              <a:gd name="connsiteY12" fmla="*/ 656409 h 656409"/>
              <a:gd name="connsiteX13" fmla="*/ 1141368 w 4295471"/>
              <a:gd name="connsiteY13" fmla="*/ 656409 h 656409"/>
              <a:gd name="connsiteX14" fmla="*/ 570684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10431" y="-20898"/>
                  <a:pt x="326393" y="-21591"/>
                  <a:pt x="527729" y="0"/>
                </a:cubicBezTo>
                <a:cubicBezTo>
                  <a:pt x="729065" y="21591"/>
                  <a:pt x="899255" y="-32151"/>
                  <a:pt x="1184323" y="0"/>
                </a:cubicBezTo>
                <a:cubicBezTo>
                  <a:pt x="1469391" y="32151"/>
                  <a:pt x="1569725" y="-23863"/>
                  <a:pt x="1840916" y="0"/>
                </a:cubicBezTo>
                <a:cubicBezTo>
                  <a:pt x="2112107" y="23863"/>
                  <a:pt x="2136851" y="-8258"/>
                  <a:pt x="2368645" y="0"/>
                </a:cubicBezTo>
                <a:cubicBezTo>
                  <a:pt x="2600439" y="8258"/>
                  <a:pt x="2741257" y="19460"/>
                  <a:pt x="2853420" y="0"/>
                </a:cubicBezTo>
                <a:cubicBezTo>
                  <a:pt x="2965583" y="-19460"/>
                  <a:pt x="3168079" y="-5217"/>
                  <a:pt x="3424104" y="0"/>
                </a:cubicBezTo>
                <a:cubicBezTo>
                  <a:pt x="3680129" y="5217"/>
                  <a:pt x="3877144" y="-33670"/>
                  <a:pt x="4295471" y="0"/>
                </a:cubicBezTo>
                <a:cubicBezTo>
                  <a:pt x="4319339" y="131535"/>
                  <a:pt x="4309459" y="457283"/>
                  <a:pt x="4295471" y="656409"/>
                </a:cubicBezTo>
                <a:cubicBezTo>
                  <a:pt x="4142803" y="670175"/>
                  <a:pt x="3836414" y="665599"/>
                  <a:pt x="3681832" y="656409"/>
                </a:cubicBezTo>
                <a:cubicBezTo>
                  <a:pt x="3527250" y="647219"/>
                  <a:pt x="3338341" y="674572"/>
                  <a:pt x="3111148" y="656409"/>
                </a:cubicBezTo>
                <a:cubicBezTo>
                  <a:pt x="2883955" y="638246"/>
                  <a:pt x="2672855" y="654745"/>
                  <a:pt x="2411600" y="656409"/>
                </a:cubicBezTo>
                <a:cubicBezTo>
                  <a:pt x="2150345" y="658073"/>
                  <a:pt x="1927754" y="667622"/>
                  <a:pt x="1755007" y="656409"/>
                </a:cubicBezTo>
                <a:cubicBezTo>
                  <a:pt x="1582260" y="645196"/>
                  <a:pt x="1373635" y="675923"/>
                  <a:pt x="1141368" y="656409"/>
                </a:cubicBezTo>
                <a:cubicBezTo>
                  <a:pt x="909101" y="636895"/>
                  <a:pt x="829880" y="651219"/>
                  <a:pt x="570684" y="656409"/>
                </a:cubicBezTo>
                <a:cubicBezTo>
                  <a:pt x="311488" y="661599"/>
                  <a:pt x="193705" y="632716"/>
                  <a:pt x="0" y="656409"/>
                </a:cubicBezTo>
                <a:cubicBezTo>
                  <a:pt x="6586" y="417059"/>
                  <a:pt x="18257" y="208454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23607" y="-27410"/>
                  <a:pt x="450958" y="15026"/>
                  <a:pt x="656593" y="0"/>
                </a:cubicBezTo>
                <a:cubicBezTo>
                  <a:pt x="862228" y="-15026"/>
                  <a:pt x="974872" y="18074"/>
                  <a:pt x="1227277" y="0"/>
                </a:cubicBezTo>
                <a:cubicBezTo>
                  <a:pt x="1479682" y="-18074"/>
                  <a:pt x="1594573" y="14426"/>
                  <a:pt x="1755007" y="0"/>
                </a:cubicBezTo>
                <a:cubicBezTo>
                  <a:pt x="1915441" y="-14426"/>
                  <a:pt x="2117178" y="20285"/>
                  <a:pt x="2454555" y="0"/>
                </a:cubicBezTo>
                <a:cubicBezTo>
                  <a:pt x="2791932" y="-20285"/>
                  <a:pt x="2776269" y="8561"/>
                  <a:pt x="2939329" y="0"/>
                </a:cubicBezTo>
                <a:cubicBezTo>
                  <a:pt x="3102389" y="-8561"/>
                  <a:pt x="3417404" y="16355"/>
                  <a:pt x="3552968" y="0"/>
                </a:cubicBezTo>
                <a:cubicBezTo>
                  <a:pt x="3688532" y="-16355"/>
                  <a:pt x="3961496" y="25589"/>
                  <a:pt x="4295471" y="0"/>
                </a:cubicBezTo>
                <a:cubicBezTo>
                  <a:pt x="4276611" y="169675"/>
                  <a:pt x="4293222" y="516958"/>
                  <a:pt x="4295471" y="656409"/>
                </a:cubicBezTo>
                <a:cubicBezTo>
                  <a:pt x="4157753" y="631339"/>
                  <a:pt x="3951350" y="661819"/>
                  <a:pt x="3681832" y="656409"/>
                </a:cubicBezTo>
                <a:cubicBezTo>
                  <a:pt x="3412314" y="650999"/>
                  <a:pt x="3304436" y="675574"/>
                  <a:pt x="3154103" y="656409"/>
                </a:cubicBezTo>
                <a:cubicBezTo>
                  <a:pt x="3003770" y="637244"/>
                  <a:pt x="2788866" y="677015"/>
                  <a:pt x="2497510" y="656409"/>
                </a:cubicBezTo>
                <a:cubicBezTo>
                  <a:pt x="2206154" y="635803"/>
                  <a:pt x="2180496" y="664320"/>
                  <a:pt x="1969780" y="656409"/>
                </a:cubicBezTo>
                <a:cubicBezTo>
                  <a:pt x="1759064" y="648499"/>
                  <a:pt x="1689192" y="641610"/>
                  <a:pt x="1485006" y="656409"/>
                </a:cubicBezTo>
                <a:cubicBezTo>
                  <a:pt x="1280820" y="671208"/>
                  <a:pt x="1001231" y="686823"/>
                  <a:pt x="828412" y="656409"/>
                </a:cubicBezTo>
                <a:cubicBezTo>
                  <a:pt x="655593" y="625995"/>
                  <a:pt x="300563" y="688344"/>
                  <a:pt x="0" y="656409"/>
                </a:cubicBezTo>
                <a:cubicBezTo>
                  <a:pt x="18656" y="404116"/>
                  <a:pt x="5248" y="26816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269475893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8" name="Text 6"/>
          <p:cNvSpPr/>
          <p:nvPr/>
        </p:nvSpPr>
        <p:spPr>
          <a:xfrm>
            <a:off x="227319" y="2211907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Blazor Server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67253" y="722539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CC1"/>
                </a:solidFill>
              </a:rPr>
              <a:t>База</a:t>
            </a:r>
            <a:r>
              <a:rPr lang="en-US" sz="1400" b="1" dirty="0">
                <a:solidFill>
                  <a:srgbClr val="00ACC1"/>
                </a:solidFill>
              </a:rPr>
              <a:t> </a:t>
            </a:r>
            <a:r>
              <a:rPr lang="en-US" sz="2000" b="1" dirty="0">
                <a:solidFill>
                  <a:srgbClr val="00ACC1"/>
                </a:solidFill>
              </a:rPr>
              <a:t>данных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7089" y="1205048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70684 w 4295471"/>
              <a:gd name="connsiteY1" fmla="*/ 0 h 656409"/>
              <a:gd name="connsiteX2" fmla="*/ 1055459 w 4295471"/>
              <a:gd name="connsiteY2" fmla="*/ 0 h 656409"/>
              <a:gd name="connsiteX3" fmla="*/ 1583188 w 4295471"/>
              <a:gd name="connsiteY3" fmla="*/ 0 h 656409"/>
              <a:gd name="connsiteX4" fmla="*/ 2239781 w 4295471"/>
              <a:gd name="connsiteY4" fmla="*/ 0 h 656409"/>
              <a:gd name="connsiteX5" fmla="*/ 2810465 w 4295471"/>
              <a:gd name="connsiteY5" fmla="*/ 0 h 656409"/>
              <a:gd name="connsiteX6" fmla="*/ 3338195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81832 w 4295471"/>
              <a:gd name="connsiteY9" fmla="*/ 656409 h 656409"/>
              <a:gd name="connsiteX10" fmla="*/ 3154103 w 4295471"/>
              <a:gd name="connsiteY10" fmla="*/ 656409 h 656409"/>
              <a:gd name="connsiteX11" fmla="*/ 2454555 w 4295471"/>
              <a:gd name="connsiteY11" fmla="*/ 656409 h 656409"/>
              <a:gd name="connsiteX12" fmla="*/ 1883871 w 4295471"/>
              <a:gd name="connsiteY12" fmla="*/ 656409 h 656409"/>
              <a:gd name="connsiteX13" fmla="*/ 1399096 w 4295471"/>
              <a:gd name="connsiteY13" fmla="*/ 656409 h 656409"/>
              <a:gd name="connsiteX14" fmla="*/ 742503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74791" y="-15594"/>
                  <a:pt x="390181" y="-23515"/>
                  <a:pt x="570684" y="0"/>
                </a:cubicBezTo>
                <a:cubicBezTo>
                  <a:pt x="751187" y="23515"/>
                  <a:pt x="876256" y="24227"/>
                  <a:pt x="1055459" y="0"/>
                </a:cubicBezTo>
                <a:cubicBezTo>
                  <a:pt x="1234663" y="-24227"/>
                  <a:pt x="1419515" y="22601"/>
                  <a:pt x="1583188" y="0"/>
                </a:cubicBezTo>
                <a:cubicBezTo>
                  <a:pt x="1746861" y="-22601"/>
                  <a:pt x="2043652" y="16782"/>
                  <a:pt x="2239781" y="0"/>
                </a:cubicBezTo>
                <a:cubicBezTo>
                  <a:pt x="2435910" y="-16782"/>
                  <a:pt x="2613180" y="21856"/>
                  <a:pt x="2810465" y="0"/>
                </a:cubicBezTo>
                <a:cubicBezTo>
                  <a:pt x="3007750" y="-21856"/>
                  <a:pt x="3164163" y="-12134"/>
                  <a:pt x="3338195" y="0"/>
                </a:cubicBezTo>
                <a:cubicBezTo>
                  <a:pt x="3512227" y="12134"/>
                  <a:pt x="3950081" y="-47377"/>
                  <a:pt x="4295471" y="0"/>
                </a:cubicBezTo>
                <a:cubicBezTo>
                  <a:pt x="4270755" y="260893"/>
                  <a:pt x="4272411" y="422965"/>
                  <a:pt x="4295471" y="656409"/>
                </a:cubicBezTo>
                <a:cubicBezTo>
                  <a:pt x="4093690" y="681830"/>
                  <a:pt x="3855608" y="684919"/>
                  <a:pt x="3681832" y="656409"/>
                </a:cubicBezTo>
                <a:cubicBezTo>
                  <a:pt x="3508056" y="627899"/>
                  <a:pt x="3317154" y="669241"/>
                  <a:pt x="3154103" y="656409"/>
                </a:cubicBezTo>
                <a:cubicBezTo>
                  <a:pt x="2991052" y="643577"/>
                  <a:pt x="2668636" y="646559"/>
                  <a:pt x="2454555" y="656409"/>
                </a:cubicBezTo>
                <a:cubicBezTo>
                  <a:pt x="2240474" y="666259"/>
                  <a:pt x="1999117" y="664100"/>
                  <a:pt x="1883871" y="656409"/>
                </a:cubicBezTo>
                <a:cubicBezTo>
                  <a:pt x="1768625" y="648718"/>
                  <a:pt x="1614902" y="674432"/>
                  <a:pt x="1399096" y="656409"/>
                </a:cubicBezTo>
                <a:cubicBezTo>
                  <a:pt x="1183290" y="638386"/>
                  <a:pt x="977090" y="660041"/>
                  <a:pt x="742503" y="656409"/>
                </a:cubicBezTo>
                <a:cubicBezTo>
                  <a:pt x="507916" y="652777"/>
                  <a:pt x="280485" y="677409"/>
                  <a:pt x="0" y="656409"/>
                </a:cubicBezTo>
                <a:cubicBezTo>
                  <a:pt x="-15744" y="356753"/>
                  <a:pt x="-21427" y="133744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83202" y="27204"/>
                  <a:pt x="390352" y="-18428"/>
                  <a:pt x="570684" y="0"/>
                </a:cubicBezTo>
                <a:cubicBezTo>
                  <a:pt x="751016" y="18428"/>
                  <a:pt x="830713" y="8595"/>
                  <a:pt x="1055459" y="0"/>
                </a:cubicBezTo>
                <a:cubicBezTo>
                  <a:pt x="1280205" y="-8595"/>
                  <a:pt x="1572271" y="19000"/>
                  <a:pt x="1755007" y="0"/>
                </a:cubicBezTo>
                <a:cubicBezTo>
                  <a:pt x="1937743" y="-19000"/>
                  <a:pt x="2159363" y="-10512"/>
                  <a:pt x="2325691" y="0"/>
                </a:cubicBezTo>
                <a:cubicBezTo>
                  <a:pt x="2492019" y="10512"/>
                  <a:pt x="2743570" y="-10969"/>
                  <a:pt x="2896375" y="0"/>
                </a:cubicBezTo>
                <a:cubicBezTo>
                  <a:pt x="3049180" y="10969"/>
                  <a:pt x="3249687" y="-18212"/>
                  <a:pt x="3595923" y="0"/>
                </a:cubicBezTo>
                <a:cubicBezTo>
                  <a:pt x="3942159" y="18212"/>
                  <a:pt x="4087249" y="-23570"/>
                  <a:pt x="4295471" y="0"/>
                </a:cubicBezTo>
                <a:cubicBezTo>
                  <a:pt x="4268451" y="184037"/>
                  <a:pt x="4292023" y="359576"/>
                  <a:pt x="4295471" y="656409"/>
                </a:cubicBezTo>
                <a:cubicBezTo>
                  <a:pt x="4150592" y="674473"/>
                  <a:pt x="4017511" y="651347"/>
                  <a:pt x="3767742" y="656409"/>
                </a:cubicBezTo>
                <a:cubicBezTo>
                  <a:pt x="3517973" y="661471"/>
                  <a:pt x="3354304" y="659239"/>
                  <a:pt x="3154103" y="656409"/>
                </a:cubicBezTo>
                <a:cubicBezTo>
                  <a:pt x="2953902" y="653579"/>
                  <a:pt x="2674084" y="678497"/>
                  <a:pt x="2540464" y="656409"/>
                </a:cubicBezTo>
                <a:cubicBezTo>
                  <a:pt x="2406844" y="634321"/>
                  <a:pt x="2140271" y="640624"/>
                  <a:pt x="1969780" y="656409"/>
                </a:cubicBezTo>
                <a:cubicBezTo>
                  <a:pt x="1799289" y="672194"/>
                  <a:pt x="1610607" y="646374"/>
                  <a:pt x="1270232" y="656409"/>
                </a:cubicBezTo>
                <a:cubicBezTo>
                  <a:pt x="929857" y="666444"/>
                  <a:pt x="720631" y="622693"/>
                  <a:pt x="570684" y="656409"/>
                </a:cubicBezTo>
                <a:cubicBezTo>
                  <a:pt x="420737" y="690125"/>
                  <a:pt x="141211" y="682583"/>
                  <a:pt x="0" y="656409"/>
                </a:cubicBezTo>
                <a:cubicBezTo>
                  <a:pt x="22258" y="447459"/>
                  <a:pt x="5132" y="225831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12" name="Text 10"/>
          <p:cNvSpPr/>
          <p:nvPr/>
        </p:nvSpPr>
        <p:spPr>
          <a:xfrm>
            <a:off x="4913288" y="1428284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MySQL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7089" y="2025559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656593 w 4295471"/>
              <a:gd name="connsiteY1" fmla="*/ 0 h 656409"/>
              <a:gd name="connsiteX2" fmla="*/ 1313187 w 4295471"/>
              <a:gd name="connsiteY2" fmla="*/ 0 h 656409"/>
              <a:gd name="connsiteX3" fmla="*/ 1797961 w 4295471"/>
              <a:gd name="connsiteY3" fmla="*/ 0 h 656409"/>
              <a:gd name="connsiteX4" fmla="*/ 2325691 w 4295471"/>
              <a:gd name="connsiteY4" fmla="*/ 0 h 656409"/>
              <a:gd name="connsiteX5" fmla="*/ 3025239 w 4295471"/>
              <a:gd name="connsiteY5" fmla="*/ 0 h 656409"/>
              <a:gd name="connsiteX6" fmla="*/ 3638878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595923 w 4295471"/>
              <a:gd name="connsiteY9" fmla="*/ 656409 h 656409"/>
              <a:gd name="connsiteX10" fmla="*/ 2939329 w 4295471"/>
              <a:gd name="connsiteY10" fmla="*/ 656409 h 656409"/>
              <a:gd name="connsiteX11" fmla="*/ 2239781 w 4295471"/>
              <a:gd name="connsiteY11" fmla="*/ 656409 h 656409"/>
              <a:gd name="connsiteX12" fmla="*/ 1712052 w 4295471"/>
              <a:gd name="connsiteY12" fmla="*/ 656409 h 656409"/>
              <a:gd name="connsiteX13" fmla="*/ 1141368 w 4295471"/>
              <a:gd name="connsiteY13" fmla="*/ 656409 h 656409"/>
              <a:gd name="connsiteX14" fmla="*/ 0 w 4295471"/>
              <a:gd name="connsiteY14" fmla="*/ 656409 h 656409"/>
              <a:gd name="connsiteX15" fmla="*/ 0 w 4295471"/>
              <a:gd name="connsiteY15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92769" y="22709"/>
                  <a:pt x="360910" y="26295"/>
                  <a:pt x="656593" y="0"/>
                </a:cubicBezTo>
                <a:cubicBezTo>
                  <a:pt x="952276" y="-26295"/>
                  <a:pt x="1112647" y="17589"/>
                  <a:pt x="1313187" y="0"/>
                </a:cubicBezTo>
                <a:cubicBezTo>
                  <a:pt x="1513727" y="-17589"/>
                  <a:pt x="1662238" y="6308"/>
                  <a:pt x="1797961" y="0"/>
                </a:cubicBezTo>
                <a:cubicBezTo>
                  <a:pt x="1933684" y="-6308"/>
                  <a:pt x="2107243" y="-23388"/>
                  <a:pt x="2325691" y="0"/>
                </a:cubicBezTo>
                <a:cubicBezTo>
                  <a:pt x="2544139" y="23388"/>
                  <a:pt x="2713767" y="934"/>
                  <a:pt x="3025239" y="0"/>
                </a:cubicBezTo>
                <a:cubicBezTo>
                  <a:pt x="3336711" y="-934"/>
                  <a:pt x="3453944" y="-6943"/>
                  <a:pt x="3638878" y="0"/>
                </a:cubicBezTo>
                <a:cubicBezTo>
                  <a:pt x="3823812" y="6943"/>
                  <a:pt x="4084182" y="7453"/>
                  <a:pt x="4295471" y="0"/>
                </a:cubicBezTo>
                <a:cubicBezTo>
                  <a:pt x="4327522" y="290358"/>
                  <a:pt x="4299264" y="378434"/>
                  <a:pt x="4295471" y="656409"/>
                </a:cubicBezTo>
                <a:cubicBezTo>
                  <a:pt x="4024471" y="675776"/>
                  <a:pt x="3831972" y="669579"/>
                  <a:pt x="3595923" y="656409"/>
                </a:cubicBezTo>
                <a:cubicBezTo>
                  <a:pt x="3359874" y="643239"/>
                  <a:pt x="3207822" y="687087"/>
                  <a:pt x="2939329" y="656409"/>
                </a:cubicBezTo>
                <a:cubicBezTo>
                  <a:pt x="2670836" y="625731"/>
                  <a:pt x="2551790" y="685781"/>
                  <a:pt x="2239781" y="656409"/>
                </a:cubicBezTo>
                <a:cubicBezTo>
                  <a:pt x="1927772" y="627037"/>
                  <a:pt x="1914646" y="671859"/>
                  <a:pt x="1712052" y="656409"/>
                </a:cubicBezTo>
                <a:cubicBezTo>
                  <a:pt x="1509458" y="640959"/>
                  <a:pt x="1270575" y="642293"/>
                  <a:pt x="1141368" y="656409"/>
                </a:cubicBezTo>
                <a:cubicBezTo>
                  <a:pt x="1012161" y="670525"/>
                  <a:pt x="459563" y="635907"/>
                  <a:pt x="0" y="656409"/>
                </a:cubicBezTo>
                <a:cubicBezTo>
                  <a:pt x="25742" y="393652"/>
                  <a:pt x="3159" y="290105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23915" y="-24673"/>
                  <a:pt x="498296" y="29112"/>
                  <a:pt x="699548" y="0"/>
                </a:cubicBezTo>
                <a:cubicBezTo>
                  <a:pt x="900800" y="-29112"/>
                  <a:pt x="1028818" y="27249"/>
                  <a:pt x="1270232" y="0"/>
                </a:cubicBezTo>
                <a:cubicBezTo>
                  <a:pt x="1511646" y="-27249"/>
                  <a:pt x="1541132" y="-22711"/>
                  <a:pt x="1755007" y="0"/>
                </a:cubicBezTo>
                <a:cubicBezTo>
                  <a:pt x="1968883" y="22711"/>
                  <a:pt x="2227535" y="29863"/>
                  <a:pt x="2368645" y="0"/>
                </a:cubicBezTo>
                <a:cubicBezTo>
                  <a:pt x="2509755" y="-29863"/>
                  <a:pt x="2690738" y="-13904"/>
                  <a:pt x="2982284" y="0"/>
                </a:cubicBezTo>
                <a:cubicBezTo>
                  <a:pt x="3273830" y="13904"/>
                  <a:pt x="3395971" y="-25200"/>
                  <a:pt x="3552968" y="0"/>
                </a:cubicBezTo>
                <a:cubicBezTo>
                  <a:pt x="3709965" y="25200"/>
                  <a:pt x="3926860" y="-29375"/>
                  <a:pt x="4295471" y="0"/>
                </a:cubicBezTo>
                <a:cubicBezTo>
                  <a:pt x="4319089" y="208666"/>
                  <a:pt x="4269474" y="508979"/>
                  <a:pt x="4295471" y="656409"/>
                </a:cubicBezTo>
                <a:cubicBezTo>
                  <a:pt x="4122197" y="648648"/>
                  <a:pt x="3974764" y="643466"/>
                  <a:pt x="3810696" y="656409"/>
                </a:cubicBezTo>
                <a:cubicBezTo>
                  <a:pt x="3646628" y="669352"/>
                  <a:pt x="3328702" y="679476"/>
                  <a:pt x="3197058" y="656409"/>
                </a:cubicBezTo>
                <a:cubicBezTo>
                  <a:pt x="3065414" y="633342"/>
                  <a:pt x="2697482" y="644324"/>
                  <a:pt x="2540464" y="656409"/>
                </a:cubicBezTo>
                <a:cubicBezTo>
                  <a:pt x="2383446" y="668494"/>
                  <a:pt x="2079965" y="647648"/>
                  <a:pt x="1840916" y="656409"/>
                </a:cubicBezTo>
                <a:cubicBezTo>
                  <a:pt x="1601867" y="665170"/>
                  <a:pt x="1324702" y="646752"/>
                  <a:pt x="1184323" y="656409"/>
                </a:cubicBezTo>
                <a:cubicBezTo>
                  <a:pt x="1043944" y="666066"/>
                  <a:pt x="815489" y="664434"/>
                  <a:pt x="613639" y="656409"/>
                </a:cubicBezTo>
                <a:cubicBezTo>
                  <a:pt x="411789" y="648384"/>
                  <a:pt x="225939" y="671032"/>
                  <a:pt x="0" y="656409"/>
                </a:cubicBezTo>
                <a:cubicBezTo>
                  <a:pt x="-24513" y="445600"/>
                  <a:pt x="-17372" y="149171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39895749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15" name="Text 13"/>
          <p:cNvSpPr/>
          <p:nvPr/>
        </p:nvSpPr>
        <p:spPr>
          <a:xfrm>
            <a:off x="4913287" y="2211908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Entity Framework Core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17600" y="2836193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CC1"/>
                </a:solidFill>
              </a:rPr>
              <a:t>Инструменты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120" y="3338376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70684 w 4295471"/>
              <a:gd name="connsiteY1" fmla="*/ 0 h 656409"/>
              <a:gd name="connsiteX2" fmla="*/ 1141368 w 4295471"/>
              <a:gd name="connsiteY2" fmla="*/ 0 h 656409"/>
              <a:gd name="connsiteX3" fmla="*/ 1840916 w 4295471"/>
              <a:gd name="connsiteY3" fmla="*/ 0 h 656409"/>
              <a:gd name="connsiteX4" fmla="*/ 2454555 w 4295471"/>
              <a:gd name="connsiteY4" fmla="*/ 0 h 656409"/>
              <a:gd name="connsiteX5" fmla="*/ 3111148 w 4295471"/>
              <a:gd name="connsiteY5" fmla="*/ 0 h 656409"/>
              <a:gd name="connsiteX6" fmla="*/ 3595923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38878 w 4295471"/>
              <a:gd name="connsiteY9" fmla="*/ 656409 h 656409"/>
              <a:gd name="connsiteX10" fmla="*/ 3025239 w 4295471"/>
              <a:gd name="connsiteY10" fmla="*/ 656409 h 656409"/>
              <a:gd name="connsiteX11" fmla="*/ 2411600 w 4295471"/>
              <a:gd name="connsiteY11" fmla="*/ 656409 h 656409"/>
              <a:gd name="connsiteX12" fmla="*/ 1712052 w 4295471"/>
              <a:gd name="connsiteY12" fmla="*/ 656409 h 656409"/>
              <a:gd name="connsiteX13" fmla="*/ 1055459 w 4295471"/>
              <a:gd name="connsiteY13" fmla="*/ 656409 h 656409"/>
              <a:gd name="connsiteX14" fmla="*/ 0 w 4295471"/>
              <a:gd name="connsiteY14" fmla="*/ 656409 h 656409"/>
              <a:gd name="connsiteX15" fmla="*/ 0 w 4295471"/>
              <a:gd name="connsiteY15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46272" y="3899"/>
                  <a:pt x="408343" y="-11539"/>
                  <a:pt x="570684" y="0"/>
                </a:cubicBezTo>
                <a:cubicBezTo>
                  <a:pt x="733025" y="11539"/>
                  <a:pt x="998049" y="18811"/>
                  <a:pt x="1141368" y="0"/>
                </a:cubicBezTo>
                <a:cubicBezTo>
                  <a:pt x="1284687" y="-18811"/>
                  <a:pt x="1528940" y="7594"/>
                  <a:pt x="1840916" y="0"/>
                </a:cubicBezTo>
                <a:cubicBezTo>
                  <a:pt x="2152892" y="-7594"/>
                  <a:pt x="2286930" y="28414"/>
                  <a:pt x="2454555" y="0"/>
                </a:cubicBezTo>
                <a:cubicBezTo>
                  <a:pt x="2622180" y="-28414"/>
                  <a:pt x="2968691" y="21717"/>
                  <a:pt x="3111148" y="0"/>
                </a:cubicBezTo>
                <a:cubicBezTo>
                  <a:pt x="3253605" y="-21717"/>
                  <a:pt x="3354059" y="303"/>
                  <a:pt x="3595923" y="0"/>
                </a:cubicBezTo>
                <a:cubicBezTo>
                  <a:pt x="3837787" y="-303"/>
                  <a:pt x="4122405" y="-31673"/>
                  <a:pt x="4295471" y="0"/>
                </a:cubicBezTo>
                <a:cubicBezTo>
                  <a:pt x="4267810" y="323291"/>
                  <a:pt x="4264245" y="350798"/>
                  <a:pt x="4295471" y="656409"/>
                </a:cubicBezTo>
                <a:cubicBezTo>
                  <a:pt x="4099221" y="655214"/>
                  <a:pt x="3896394" y="643920"/>
                  <a:pt x="3638878" y="656409"/>
                </a:cubicBezTo>
                <a:cubicBezTo>
                  <a:pt x="3381362" y="668898"/>
                  <a:pt x="3151516" y="668775"/>
                  <a:pt x="3025239" y="656409"/>
                </a:cubicBezTo>
                <a:cubicBezTo>
                  <a:pt x="2898962" y="644043"/>
                  <a:pt x="2653333" y="640486"/>
                  <a:pt x="2411600" y="656409"/>
                </a:cubicBezTo>
                <a:cubicBezTo>
                  <a:pt x="2169867" y="672332"/>
                  <a:pt x="1923980" y="631115"/>
                  <a:pt x="1712052" y="656409"/>
                </a:cubicBezTo>
                <a:cubicBezTo>
                  <a:pt x="1500124" y="681703"/>
                  <a:pt x="1277010" y="640630"/>
                  <a:pt x="1055459" y="656409"/>
                </a:cubicBezTo>
                <a:cubicBezTo>
                  <a:pt x="833908" y="672188"/>
                  <a:pt x="441139" y="638218"/>
                  <a:pt x="0" y="656409"/>
                </a:cubicBezTo>
                <a:cubicBezTo>
                  <a:pt x="-3846" y="425328"/>
                  <a:pt x="-9829" y="164608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162073" y="4410"/>
                  <a:pt x="338414" y="-10967"/>
                  <a:pt x="527729" y="0"/>
                </a:cubicBezTo>
                <a:cubicBezTo>
                  <a:pt x="717044" y="10967"/>
                  <a:pt x="948720" y="1820"/>
                  <a:pt x="1055459" y="0"/>
                </a:cubicBezTo>
                <a:cubicBezTo>
                  <a:pt x="1162198" y="-1820"/>
                  <a:pt x="1532284" y="27955"/>
                  <a:pt x="1755007" y="0"/>
                </a:cubicBezTo>
                <a:cubicBezTo>
                  <a:pt x="1977730" y="-27955"/>
                  <a:pt x="2141254" y="17435"/>
                  <a:pt x="2282736" y="0"/>
                </a:cubicBezTo>
                <a:cubicBezTo>
                  <a:pt x="2424218" y="-17435"/>
                  <a:pt x="2670068" y="15802"/>
                  <a:pt x="2896375" y="0"/>
                </a:cubicBezTo>
                <a:cubicBezTo>
                  <a:pt x="3122682" y="-15802"/>
                  <a:pt x="3227877" y="13417"/>
                  <a:pt x="3381149" y="0"/>
                </a:cubicBezTo>
                <a:cubicBezTo>
                  <a:pt x="3534421" y="-13417"/>
                  <a:pt x="3956842" y="-13123"/>
                  <a:pt x="4295471" y="0"/>
                </a:cubicBezTo>
                <a:cubicBezTo>
                  <a:pt x="4303319" y="324364"/>
                  <a:pt x="4297439" y="444120"/>
                  <a:pt x="4295471" y="656409"/>
                </a:cubicBezTo>
                <a:cubicBezTo>
                  <a:pt x="4150285" y="624320"/>
                  <a:pt x="3880130" y="656955"/>
                  <a:pt x="3638878" y="656409"/>
                </a:cubicBezTo>
                <a:cubicBezTo>
                  <a:pt x="3397626" y="655863"/>
                  <a:pt x="3286709" y="674833"/>
                  <a:pt x="2982284" y="656409"/>
                </a:cubicBezTo>
                <a:cubicBezTo>
                  <a:pt x="2677859" y="637985"/>
                  <a:pt x="2636944" y="677225"/>
                  <a:pt x="2497510" y="656409"/>
                </a:cubicBezTo>
                <a:cubicBezTo>
                  <a:pt x="2358076" y="635593"/>
                  <a:pt x="2223265" y="660282"/>
                  <a:pt x="2012735" y="656409"/>
                </a:cubicBezTo>
                <a:cubicBezTo>
                  <a:pt x="1802205" y="652536"/>
                  <a:pt x="1623292" y="653566"/>
                  <a:pt x="1485006" y="656409"/>
                </a:cubicBezTo>
                <a:cubicBezTo>
                  <a:pt x="1346720" y="659252"/>
                  <a:pt x="1191104" y="631211"/>
                  <a:pt x="957276" y="656409"/>
                </a:cubicBezTo>
                <a:cubicBezTo>
                  <a:pt x="723448" y="681608"/>
                  <a:pt x="258943" y="686018"/>
                  <a:pt x="0" y="656409"/>
                </a:cubicBezTo>
                <a:cubicBezTo>
                  <a:pt x="-22361" y="483162"/>
                  <a:pt x="-16974" y="186466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37005062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/>
          </a:p>
        </p:txBody>
      </p:sp>
      <p:sp>
        <p:nvSpPr>
          <p:cNvPr id="19" name="Text 17"/>
          <p:cNvSpPr/>
          <p:nvPr/>
        </p:nvSpPr>
        <p:spPr>
          <a:xfrm>
            <a:off x="227317" y="3523829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Visual Studio </a:t>
            </a:r>
            <a:r>
              <a:rPr lang="en-US" sz="2800" b="1" dirty="0" smtClean="0">
                <a:solidFill>
                  <a:srgbClr val="006064"/>
                </a:solidFill>
              </a:rPr>
              <a:t>2026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1120" y="4158887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699548 w 4295471"/>
              <a:gd name="connsiteY1" fmla="*/ 0 h 656409"/>
              <a:gd name="connsiteX2" fmla="*/ 1313187 w 4295471"/>
              <a:gd name="connsiteY2" fmla="*/ 0 h 656409"/>
              <a:gd name="connsiteX3" fmla="*/ 2012735 w 4295471"/>
              <a:gd name="connsiteY3" fmla="*/ 0 h 656409"/>
              <a:gd name="connsiteX4" fmla="*/ 2669328 w 4295471"/>
              <a:gd name="connsiteY4" fmla="*/ 0 h 656409"/>
              <a:gd name="connsiteX5" fmla="*/ 3197058 w 4295471"/>
              <a:gd name="connsiteY5" fmla="*/ 0 h 656409"/>
              <a:gd name="connsiteX6" fmla="*/ 3724787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810696 w 4295471"/>
              <a:gd name="connsiteY9" fmla="*/ 656409 h 656409"/>
              <a:gd name="connsiteX10" fmla="*/ 3325922 w 4295471"/>
              <a:gd name="connsiteY10" fmla="*/ 656409 h 656409"/>
              <a:gd name="connsiteX11" fmla="*/ 2755238 w 4295471"/>
              <a:gd name="connsiteY11" fmla="*/ 656409 h 656409"/>
              <a:gd name="connsiteX12" fmla="*/ 2055690 w 4295471"/>
              <a:gd name="connsiteY12" fmla="*/ 656409 h 656409"/>
              <a:gd name="connsiteX13" fmla="*/ 1399096 w 4295471"/>
              <a:gd name="connsiteY13" fmla="*/ 656409 h 656409"/>
              <a:gd name="connsiteX14" fmla="*/ 871367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72457" y="2233"/>
                  <a:pt x="555886" y="-18206"/>
                  <a:pt x="699548" y="0"/>
                </a:cubicBezTo>
                <a:cubicBezTo>
                  <a:pt x="843210" y="18206"/>
                  <a:pt x="1125778" y="-9976"/>
                  <a:pt x="1313187" y="0"/>
                </a:cubicBezTo>
                <a:cubicBezTo>
                  <a:pt x="1500596" y="9976"/>
                  <a:pt x="1785559" y="-21067"/>
                  <a:pt x="2012735" y="0"/>
                </a:cubicBezTo>
                <a:cubicBezTo>
                  <a:pt x="2239911" y="21067"/>
                  <a:pt x="2356126" y="7527"/>
                  <a:pt x="2669328" y="0"/>
                </a:cubicBezTo>
                <a:cubicBezTo>
                  <a:pt x="2982530" y="-7527"/>
                  <a:pt x="3010592" y="-21805"/>
                  <a:pt x="3197058" y="0"/>
                </a:cubicBezTo>
                <a:cubicBezTo>
                  <a:pt x="3383524" y="21805"/>
                  <a:pt x="3542766" y="-3358"/>
                  <a:pt x="3724787" y="0"/>
                </a:cubicBezTo>
                <a:cubicBezTo>
                  <a:pt x="3906808" y="3358"/>
                  <a:pt x="4076003" y="885"/>
                  <a:pt x="4295471" y="0"/>
                </a:cubicBezTo>
                <a:cubicBezTo>
                  <a:pt x="4276642" y="263757"/>
                  <a:pt x="4267142" y="370225"/>
                  <a:pt x="4295471" y="656409"/>
                </a:cubicBezTo>
                <a:cubicBezTo>
                  <a:pt x="4055476" y="679427"/>
                  <a:pt x="4034887" y="649038"/>
                  <a:pt x="3810696" y="656409"/>
                </a:cubicBezTo>
                <a:cubicBezTo>
                  <a:pt x="3586505" y="663780"/>
                  <a:pt x="3551976" y="660160"/>
                  <a:pt x="3325922" y="656409"/>
                </a:cubicBezTo>
                <a:cubicBezTo>
                  <a:pt x="3099868" y="652658"/>
                  <a:pt x="2997239" y="662394"/>
                  <a:pt x="2755238" y="656409"/>
                </a:cubicBezTo>
                <a:cubicBezTo>
                  <a:pt x="2513237" y="650424"/>
                  <a:pt x="2387355" y="657818"/>
                  <a:pt x="2055690" y="656409"/>
                </a:cubicBezTo>
                <a:cubicBezTo>
                  <a:pt x="1724025" y="655000"/>
                  <a:pt x="1691027" y="634029"/>
                  <a:pt x="1399096" y="656409"/>
                </a:cubicBezTo>
                <a:cubicBezTo>
                  <a:pt x="1107165" y="678789"/>
                  <a:pt x="1091741" y="667610"/>
                  <a:pt x="871367" y="656409"/>
                </a:cubicBezTo>
                <a:cubicBezTo>
                  <a:pt x="650993" y="645208"/>
                  <a:pt x="335677" y="620821"/>
                  <a:pt x="0" y="656409"/>
                </a:cubicBezTo>
                <a:cubicBezTo>
                  <a:pt x="1238" y="452864"/>
                  <a:pt x="29523" y="148932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157096" y="21726"/>
                  <a:pt x="366845" y="-14427"/>
                  <a:pt x="699548" y="0"/>
                </a:cubicBezTo>
                <a:cubicBezTo>
                  <a:pt x="1032251" y="14427"/>
                  <a:pt x="1031009" y="-13918"/>
                  <a:pt x="1270232" y="0"/>
                </a:cubicBezTo>
                <a:cubicBezTo>
                  <a:pt x="1509455" y="13918"/>
                  <a:pt x="1600420" y="-5759"/>
                  <a:pt x="1883871" y="0"/>
                </a:cubicBezTo>
                <a:cubicBezTo>
                  <a:pt x="2167322" y="5759"/>
                  <a:pt x="2311843" y="18864"/>
                  <a:pt x="2540464" y="0"/>
                </a:cubicBezTo>
                <a:cubicBezTo>
                  <a:pt x="2769085" y="-18864"/>
                  <a:pt x="2895480" y="23401"/>
                  <a:pt x="3111148" y="0"/>
                </a:cubicBezTo>
                <a:cubicBezTo>
                  <a:pt x="3326816" y="-23401"/>
                  <a:pt x="3528031" y="-9380"/>
                  <a:pt x="3767742" y="0"/>
                </a:cubicBezTo>
                <a:cubicBezTo>
                  <a:pt x="4007453" y="9380"/>
                  <a:pt x="4057076" y="-11045"/>
                  <a:pt x="4295471" y="0"/>
                </a:cubicBezTo>
                <a:cubicBezTo>
                  <a:pt x="4278542" y="136358"/>
                  <a:pt x="4267301" y="465878"/>
                  <a:pt x="4295471" y="656409"/>
                </a:cubicBezTo>
                <a:cubicBezTo>
                  <a:pt x="4077730" y="643427"/>
                  <a:pt x="3917629" y="669995"/>
                  <a:pt x="3810696" y="656409"/>
                </a:cubicBezTo>
                <a:cubicBezTo>
                  <a:pt x="3703763" y="642823"/>
                  <a:pt x="3454921" y="665269"/>
                  <a:pt x="3240012" y="656409"/>
                </a:cubicBezTo>
                <a:cubicBezTo>
                  <a:pt x="3025103" y="647549"/>
                  <a:pt x="2919751" y="675491"/>
                  <a:pt x="2755238" y="656409"/>
                </a:cubicBezTo>
                <a:cubicBezTo>
                  <a:pt x="2590725" y="637327"/>
                  <a:pt x="2293356" y="645914"/>
                  <a:pt x="2098644" y="656409"/>
                </a:cubicBezTo>
                <a:cubicBezTo>
                  <a:pt x="1903932" y="666904"/>
                  <a:pt x="1615181" y="643785"/>
                  <a:pt x="1399096" y="656409"/>
                </a:cubicBezTo>
                <a:cubicBezTo>
                  <a:pt x="1183011" y="669033"/>
                  <a:pt x="1021206" y="641830"/>
                  <a:pt x="871367" y="656409"/>
                </a:cubicBezTo>
                <a:cubicBezTo>
                  <a:pt x="721528" y="670988"/>
                  <a:pt x="248296" y="689475"/>
                  <a:pt x="0" y="656409"/>
                </a:cubicBezTo>
                <a:cubicBezTo>
                  <a:pt x="-11645" y="397608"/>
                  <a:pt x="-10921" y="21340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335795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22" name="Text 20"/>
          <p:cNvSpPr/>
          <p:nvPr/>
        </p:nvSpPr>
        <p:spPr>
          <a:xfrm>
            <a:off x="247641" y="4344341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MySQL Workbench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39406" y="2814248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CC1"/>
                </a:solidFill>
              </a:rPr>
              <a:t>Дополнительно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757089" y="3338376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27729 w 4295471"/>
              <a:gd name="connsiteY1" fmla="*/ 0 h 656409"/>
              <a:gd name="connsiteX2" fmla="*/ 1184323 w 4295471"/>
              <a:gd name="connsiteY2" fmla="*/ 0 h 656409"/>
              <a:gd name="connsiteX3" fmla="*/ 1669097 w 4295471"/>
              <a:gd name="connsiteY3" fmla="*/ 0 h 656409"/>
              <a:gd name="connsiteX4" fmla="*/ 2239781 w 4295471"/>
              <a:gd name="connsiteY4" fmla="*/ 0 h 656409"/>
              <a:gd name="connsiteX5" fmla="*/ 2724556 w 4295471"/>
              <a:gd name="connsiteY5" fmla="*/ 0 h 656409"/>
              <a:gd name="connsiteX6" fmla="*/ 3338195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38878 w 4295471"/>
              <a:gd name="connsiteY9" fmla="*/ 656409 h 656409"/>
              <a:gd name="connsiteX10" fmla="*/ 2939329 w 4295471"/>
              <a:gd name="connsiteY10" fmla="*/ 656409 h 656409"/>
              <a:gd name="connsiteX11" fmla="*/ 2411600 w 4295471"/>
              <a:gd name="connsiteY11" fmla="*/ 656409 h 656409"/>
              <a:gd name="connsiteX12" fmla="*/ 1926826 w 4295471"/>
              <a:gd name="connsiteY12" fmla="*/ 656409 h 656409"/>
              <a:gd name="connsiteX13" fmla="*/ 1270232 w 4295471"/>
              <a:gd name="connsiteY13" fmla="*/ 656409 h 656409"/>
              <a:gd name="connsiteX14" fmla="*/ 699548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42024" y="-19563"/>
                  <a:pt x="323938" y="9618"/>
                  <a:pt x="527729" y="0"/>
                </a:cubicBezTo>
                <a:cubicBezTo>
                  <a:pt x="731520" y="-9618"/>
                  <a:pt x="1019366" y="31421"/>
                  <a:pt x="1184323" y="0"/>
                </a:cubicBezTo>
                <a:cubicBezTo>
                  <a:pt x="1349280" y="-31421"/>
                  <a:pt x="1455005" y="15301"/>
                  <a:pt x="1669097" y="0"/>
                </a:cubicBezTo>
                <a:cubicBezTo>
                  <a:pt x="1883189" y="-15301"/>
                  <a:pt x="2114634" y="3080"/>
                  <a:pt x="2239781" y="0"/>
                </a:cubicBezTo>
                <a:cubicBezTo>
                  <a:pt x="2364928" y="-3080"/>
                  <a:pt x="2514892" y="3796"/>
                  <a:pt x="2724556" y="0"/>
                </a:cubicBezTo>
                <a:cubicBezTo>
                  <a:pt x="2934221" y="-3796"/>
                  <a:pt x="3040443" y="-8474"/>
                  <a:pt x="3338195" y="0"/>
                </a:cubicBezTo>
                <a:cubicBezTo>
                  <a:pt x="3635947" y="8474"/>
                  <a:pt x="3908788" y="45219"/>
                  <a:pt x="4295471" y="0"/>
                </a:cubicBezTo>
                <a:cubicBezTo>
                  <a:pt x="4299442" y="248216"/>
                  <a:pt x="4274556" y="355137"/>
                  <a:pt x="4295471" y="656409"/>
                </a:cubicBezTo>
                <a:cubicBezTo>
                  <a:pt x="4063463" y="645468"/>
                  <a:pt x="3838115" y="681981"/>
                  <a:pt x="3638878" y="656409"/>
                </a:cubicBezTo>
                <a:cubicBezTo>
                  <a:pt x="3439641" y="630837"/>
                  <a:pt x="3085237" y="683105"/>
                  <a:pt x="2939329" y="656409"/>
                </a:cubicBezTo>
                <a:cubicBezTo>
                  <a:pt x="2793421" y="629713"/>
                  <a:pt x="2624204" y="651314"/>
                  <a:pt x="2411600" y="656409"/>
                </a:cubicBezTo>
                <a:cubicBezTo>
                  <a:pt x="2198996" y="661504"/>
                  <a:pt x="2042332" y="639431"/>
                  <a:pt x="1926826" y="656409"/>
                </a:cubicBezTo>
                <a:cubicBezTo>
                  <a:pt x="1811320" y="673387"/>
                  <a:pt x="1495264" y="642144"/>
                  <a:pt x="1270232" y="656409"/>
                </a:cubicBezTo>
                <a:cubicBezTo>
                  <a:pt x="1045200" y="670674"/>
                  <a:pt x="962611" y="683180"/>
                  <a:pt x="699548" y="656409"/>
                </a:cubicBezTo>
                <a:cubicBezTo>
                  <a:pt x="436485" y="629638"/>
                  <a:pt x="252006" y="656400"/>
                  <a:pt x="0" y="656409"/>
                </a:cubicBezTo>
                <a:cubicBezTo>
                  <a:pt x="-13509" y="412569"/>
                  <a:pt x="-22058" y="319652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60586" y="18333"/>
                  <a:pt x="411053" y="-22196"/>
                  <a:pt x="527729" y="0"/>
                </a:cubicBezTo>
                <a:cubicBezTo>
                  <a:pt x="644405" y="22196"/>
                  <a:pt x="917212" y="-13747"/>
                  <a:pt x="1055459" y="0"/>
                </a:cubicBezTo>
                <a:cubicBezTo>
                  <a:pt x="1193706" y="13747"/>
                  <a:pt x="1323218" y="-668"/>
                  <a:pt x="1583188" y="0"/>
                </a:cubicBezTo>
                <a:cubicBezTo>
                  <a:pt x="1843158" y="668"/>
                  <a:pt x="1981989" y="-2151"/>
                  <a:pt x="2110917" y="0"/>
                </a:cubicBezTo>
                <a:cubicBezTo>
                  <a:pt x="2239845" y="2151"/>
                  <a:pt x="2536355" y="21298"/>
                  <a:pt x="2724556" y="0"/>
                </a:cubicBezTo>
                <a:cubicBezTo>
                  <a:pt x="2912757" y="-21298"/>
                  <a:pt x="3110364" y="-11001"/>
                  <a:pt x="3252285" y="0"/>
                </a:cubicBezTo>
                <a:cubicBezTo>
                  <a:pt x="3394206" y="11001"/>
                  <a:pt x="3587092" y="-3737"/>
                  <a:pt x="3737060" y="0"/>
                </a:cubicBezTo>
                <a:cubicBezTo>
                  <a:pt x="3887028" y="3737"/>
                  <a:pt x="4153777" y="-24456"/>
                  <a:pt x="4295471" y="0"/>
                </a:cubicBezTo>
                <a:cubicBezTo>
                  <a:pt x="4290863" y="296324"/>
                  <a:pt x="4296428" y="460543"/>
                  <a:pt x="4295471" y="656409"/>
                </a:cubicBezTo>
                <a:cubicBezTo>
                  <a:pt x="4157758" y="682376"/>
                  <a:pt x="4016741" y="631065"/>
                  <a:pt x="3767742" y="656409"/>
                </a:cubicBezTo>
                <a:cubicBezTo>
                  <a:pt x="3518743" y="681753"/>
                  <a:pt x="3250438" y="681735"/>
                  <a:pt x="3068194" y="656409"/>
                </a:cubicBezTo>
                <a:cubicBezTo>
                  <a:pt x="2885950" y="631083"/>
                  <a:pt x="2742986" y="632947"/>
                  <a:pt x="2497510" y="656409"/>
                </a:cubicBezTo>
                <a:cubicBezTo>
                  <a:pt x="2252034" y="679871"/>
                  <a:pt x="2187717" y="646021"/>
                  <a:pt x="1969780" y="656409"/>
                </a:cubicBezTo>
                <a:cubicBezTo>
                  <a:pt x="1751843" y="666798"/>
                  <a:pt x="1490567" y="686884"/>
                  <a:pt x="1270232" y="656409"/>
                </a:cubicBezTo>
                <a:cubicBezTo>
                  <a:pt x="1049897" y="625934"/>
                  <a:pt x="829356" y="632023"/>
                  <a:pt x="656593" y="656409"/>
                </a:cubicBezTo>
                <a:cubicBezTo>
                  <a:pt x="483830" y="680795"/>
                  <a:pt x="155632" y="625752"/>
                  <a:pt x="0" y="656409"/>
                </a:cubicBezTo>
                <a:cubicBezTo>
                  <a:pt x="28238" y="430538"/>
                  <a:pt x="-9336" y="29616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4263977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26" name="Text 24"/>
          <p:cNvSpPr/>
          <p:nvPr/>
        </p:nvSpPr>
        <p:spPr>
          <a:xfrm>
            <a:off x="4913288" y="3523830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Git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57089" y="4158887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70684 w 4295471"/>
              <a:gd name="connsiteY1" fmla="*/ 0 h 656409"/>
              <a:gd name="connsiteX2" fmla="*/ 1141368 w 4295471"/>
              <a:gd name="connsiteY2" fmla="*/ 0 h 656409"/>
              <a:gd name="connsiteX3" fmla="*/ 1712052 w 4295471"/>
              <a:gd name="connsiteY3" fmla="*/ 0 h 656409"/>
              <a:gd name="connsiteX4" fmla="*/ 2282736 w 4295471"/>
              <a:gd name="connsiteY4" fmla="*/ 0 h 656409"/>
              <a:gd name="connsiteX5" fmla="*/ 2896375 w 4295471"/>
              <a:gd name="connsiteY5" fmla="*/ 0 h 656409"/>
              <a:gd name="connsiteX6" fmla="*/ 3552968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810696 w 4295471"/>
              <a:gd name="connsiteY9" fmla="*/ 656409 h 656409"/>
              <a:gd name="connsiteX10" fmla="*/ 3240012 w 4295471"/>
              <a:gd name="connsiteY10" fmla="*/ 656409 h 656409"/>
              <a:gd name="connsiteX11" fmla="*/ 2712283 w 4295471"/>
              <a:gd name="connsiteY11" fmla="*/ 656409 h 656409"/>
              <a:gd name="connsiteX12" fmla="*/ 2012735 w 4295471"/>
              <a:gd name="connsiteY12" fmla="*/ 656409 h 656409"/>
              <a:gd name="connsiteX13" fmla="*/ 1313187 w 4295471"/>
              <a:gd name="connsiteY13" fmla="*/ 656409 h 656409"/>
              <a:gd name="connsiteX14" fmla="*/ 785458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14761" y="-22560"/>
                  <a:pt x="382834" y="711"/>
                  <a:pt x="570684" y="0"/>
                </a:cubicBezTo>
                <a:cubicBezTo>
                  <a:pt x="758534" y="-711"/>
                  <a:pt x="944318" y="3093"/>
                  <a:pt x="1141368" y="0"/>
                </a:cubicBezTo>
                <a:cubicBezTo>
                  <a:pt x="1338418" y="-3093"/>
                  <a:pt x="1528200" y="-28100"/>
                  <a:pt x="1712052" y="0"/>
                </a:cubicBezTo>
                <a:cubicBezTo>
                  <a:pt x="1895904" y="28100"/>
                  <a:pt x="2041849" y="19191"/>
                  <a:pt x="2282736" y="0"/>
                </a:cubicBezTo>
                <a:cubicBezTo>
                  <a:pt x="2523623" y="-19191"/>
                  <a:pt x="2663741" y="15681"/>
                  <a:pt x="2896375" y="0"/>
                </a:cubicBezTo>
                <a:cubicBezTo>
                  <a:pt x="3129009" y="-15681"/>
                  <a:pt x="3315974" y="16270"/>
                  <a:pt x="3552968" y="0"/>
                </a:cubicBezTo>
                <a:cubicBezTo>
                  <a:pt x="3789962" y="-16270"/>
                  <a:pt x="3979776" y="-742"/>
                  <a:pt x="4295471" y="0"/>
                </a:cubicBezTo>
                <a:cubicBezTo>
                  <a:pt x="4277415" y="316560"/>
                  <a:pt x="4291299" y="525110"/>
                  <a:pt x="4295471" y="656409"/>
                </a:cubicBezTo>
                <a:cubicBezTo>
                  <a:pt x="4134401" y="670477"/>
                  <a:pt x="3960339" y="643607"/>
                  <a:pt x="3810696" y="656409"/>
                </a:cubicBezTo>
                <a:cubicBezTo>
                  <a:pt x="3661053" y="669211"/>
                  <a:pt x="3476678" y="654300"/>
                  <a:pt x="3240012" y="656409"/>
                </a:cubicBezTo>
                <a:cubicBezTo>
                  <a:pt x="3003346" y="658518"/>
                  <a:pt x="2902331" y="679497"/>
                  <a:pt x="2712283" y="656409"/>
                </a:cubicBezTo>
                <a:cubicBezTo>
                  <a:pt x="2522235" y="633321"/>
                  <a:pt x="2310865" y="639675"/>
                  <a:pt x="2012735" y="656409"/>
                </a:cubicBezTo>
                <a:cubicBezTo>
                  <a:pt x="1714605" y="673143"/>
                  <a:pt x="1612282" y="689647"/>
                  <a:pt x="1313187" y="656409"/>
                </a:cubicBezTo>
                <a:cubicBezTo>
                  <a:pt x="1014092" y="623171"/>
                  <a:pt x="966308" y="655320"/>
                  <a:pt x="785458" y="656409"/>
                </a:cubicBezTo>
                <a:cubicBezTo>
                  <a:pt x="604608" y="657498"/>
                  <a:pt x="251025" y="628615"/>
                  <a:pt x="0" y="656409"/>
                </a:cubicBezTo>
                <a:cubicBezTo>
                  <a:pt x="-10933" y="475383"/>
                  <a:pt x="24964" y="194916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08915" y="29470"/>
                  <a:pt x="331800" y="-13604"/>
                  <a:pt x="656593" y="0"/>
                </a:cubicBezTo>
                <a:cubicBezTo>
                  <a:pt x="981386" y="13604"/>
                  <a:pt x="996888" y="13112"/>
                  <a:pt x="1184323" y="0"/>
                </a:cubicBezTo>
                <a:cubicBezTo>
                  <a:pt x="1371758" y="-13112"/>
                  <a:pt x="1535382" y="-24964"/>
                  <a:pt x="1883871" y="0"/>
                </a:cubicBezTo>
                <a:cubicBezTo>
                  <a:pt x="2232360" y="24964"/>
                  <a:pt x="2228320" y="5390"/>
                  <a:pt x="2368645" y="0"/>
                </a:cubicBezTo>
                <a:cubicBezTo>
                  <a:pt x="2508970" y="-5390"/>
                  <a:pt x="2828466" y="-15893"/>
                  <a:pt x="3068194" y="0"/>
                </a:cubicBezTo>
                <a:cubicBezTo>
                  <a:pt x="3307922" y="15893"/>
                  <a:pt x="3491667" y="-22785"/>
                  <a:pt x="3638878" y="0"/>
                </a:cubicBezTo>
                <a:cubicBezTo>
                  <a:pt x="3786089" y="22785"/>
                  <a:pt x="3973548" y="19867"/>
                  <a:pt x="4295471" y="0"/>
                </a:cubicBezTo>
                <a:cubicBezTo>
                  <a:pt x="4299973" y="247061"/>
                  <a:pt x="4265399" y="434382"/>
                  <a:pt x="4295471" y="656409"/>
                </a:cubicBezTo>
                <a:cubicBezTo>
                  <a:pt x="4061810" y="628957"/>
                  <a:pt x="3838141" y="671901"/>
                  <a:pt x="3638878" y="656409"/>
                </a:cubicBezTo>
                <a:cubicBezTo>
                  <a:pt x="3439615" y="640917"/>
                  <a:pt x="3245497" y="651278"/>
                  <a:pt x="3068194" y="656409"/>
                </a:cubicBezTo>
                <a:cubicBezTo>
                  <a:pt x="2890891" y="661540"/>
                  <a:pt x="2657669" y="676131"/>
                  <a:pt x="2540464" y="656409"/>
                </a:cubicBezTo>
                <a:cubicBezTo>
                  <a:pt x="2423259" y="636688"/>
                  <a:pt x="2256618" y="637105"/>
                  <a:pt x="2055690" y="656409"/>
                </a:cubicBezTo>
                <a:cubicBezTo>
                  <a:pt x="1854762" y="675713"/>
                  <a:pt x="1499660" y="639240"/>
                  <a:pt x="1356142" y="656409"/>
                </a:cubicBezTo>
                <a:cubicBezTo>
                  <a:pt x="1212624" y="673578"/>
                  <a:pt x="994436" y="672646"/>
                  <a:pt x="828412" y="656409"/>
                </a:cubicBezTo>
                <a:cubicBezTo>
                  <a:pt x="662388" y="640173"/>
                  <a:pt x="411981" y="617800"/>
                  <a:pt x="0" y="656409"/>
                </a:cubicBezTo>
                <a:cubicBezTo>
                  <a:pt x="26548" y="370449"/>
                  <a:pt x="31787" y="30129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423478257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29" name="Text 27"/>
          <p:cNvSpPr/>
          <p:nvPr/>
        </p:nvSpPr>
        <p:spPr>
          <a:xfrm>
            <a:off x="4913286" y="4350705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Draw.io</a:t>
            </a:r>
            <a:endParaRPr lang="en-US" sz="28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78E275E6-5D8F-2A40-E7C7-0C59406C77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2400" dirty="0">
                <a:solidFill>
                  <a:srgbClr val="666666"/>
                </a:solidFill>
              </a:rPr>
              <a:t>4</a:t>
            </a:r>
            <a:r>
              <a:rPr lang="en-US" sz="2400" dirty="0" smtClean="0">
                <a:solidFill>
                  <a:srgbClr val="666666"/>
                </a:solidFill>
              </a:rPr>
              <a:t>/</a:t>
            </a:r>
            <a:r>
              <a:rPr lang="ru-RU" sz="2400" dirty="0" smtClean="0">
                <a:solidFill>
                  <a:srgbClr val="666666"/>
                </a:solidFill>
              </a:rPr>
              <a:t>6</a:t>
            </a:r>
            <a:endParaRPr lang="en-US" sz="2400" dirty="0"/>
          </a:p>
        </p:txBody>
      </p:sp>
      <p:pic>
        <p:nvPicPr>
          <p:cNvPr id="43" name="Рисунок 42" descr="Изображение выглядит как Графика, логотип, символ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50D39A-91F1-4C81-7247-94133B5AB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305" y="1246072"/>
            <a:ext cx="511085" cy="511085"/>
          </a:xfrm>
          <a:prstGeom prst="rect">
            <a:avLst/>
          </a:prstGeom>
        </p:spPr>
      </p:pic>
      <p:pic>
        <p:nvPicPr>
          <p:cNvPr id="45" name="Рисунок 44" descr="Изображение выглядит как Графика, символ, Красочность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C79F79-F043-4A05-ABCA-3AA8A11EF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18" y="698048"/>
            <a:ext cx="338001" cy="338001"/>
          </a:xfrm>
          <a:prstGeom prst="rect">
            <a:avLst/>
          </a:prstGeom>
        </p:spPr>
      </p:pic>
      <p:pic>
        <p:nvPicPr>
          <p:cNvPr id="51" name="Рисунок 50" descr="Изображение выглядит как Графика, Шрифт, графический дизайн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C3AA78-8E78-756D-7F2E-B93A1A15C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014" y="4212052"/>
            <a:ext cx="511085" cy="511085"/>
          </a:xfrm>
          <a:prstGeom prst="rect">
            <a:avLst/>
          </a:prstGeom>
        </p:spPr>
      </p:pic>
      <p:pic>
        <p:nvPicPr>
          <p:cNvPr id="53" name="Рисунок 52" descr="Изображение выглядит как Шрифт, круг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56B352-9E8A-4F23-E074-DE49CAA25D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375" y="2083309"/>
            <a:ext cx="516608" cy="516608"/>
          </a:xfrm>
          <a:prstGeom prst="rect">
            <a:avLst/>
          </a:prstGeom>
        </p:spPr>
      </p:pic>
      <p:pic>
        <p:nvPicPr>
          <p:cNvPr id="59" name="Рисунок 58" descr="Изображение выглядит как спиральная пружина, пружина, прир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93630B-F85A-34BA-C497-2940EB4855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41" y="669718"/>
            <a:ext cx="338001" cy="338001"/>
          </a:xfrm>
          <a:prstGeom prst="rect">
            <a:avLst/>
          </a:prstGeom>
        </p:spPr>
      </p:pic>
      <p:pic>
        <p:nvPicPr>
          <p:cNvPr id="63" name="Рисунок 62" descr="Изображение выглядит как Прямоугольник, дизайн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06400F-7228-3F1F-9921-23013C5F9A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0502" y="2100027"/>
            <a:ext cx="499890" cy="499890"/>
          </a:xfrm>
          <a:prstGeom prst="rect">
            <a:avLst/>
          </a:prstGeom>
        </p:spPr>
      </p:pic>
      <p:pic>
        <p:nvPicPr>
          <p:cNvPr id="65" name="Рисунок 64" descr="Изображение выглядит как символ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10523B-66FE-6DC6-C8EB-4D0939B401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9306" y="3411037"/>
            <a:ext cx="511085" cy="511085"/>
          </a:xfrm>
          <a:prstGeom prst="rect">
            <a:avLst/>
          </a:prstGeom>
        </p:spPr>
      </p:pic>
      <p:pic>
        <p:nvPicPr>
          <p:cNvPr id="67" name="Рисунок 66" descr="Изображение выглядит как Шрифт, Графика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8286EB-E841-D1B8-F7D1-F3F0D929CF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3373" y="1286728"/>
            <a:ext cx="511085" cy="511085"/>
          </a:xfrm>
          <a:prstGeom prst="rect">
            <a:avLst/>
          </a:prstGeom>
        </p:spPr>
      </p:pic>
      <p:pic>
        <p:nvPicPr>
          <p:cNvPr id="69" name="Рисунок 68" descr="Изображение выглядит как Дорожный знак, зна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F4D630-DE2B-D0CC-2F17-EF5C643586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6235" y="3411037"/>
            <a:ext cx="583748" cy="583748"/>
          </a:xfrm>
          <a:prstGeom prst="rect">
            <a:avLst/>
          </a:prstGeom>
        </p:spPr>
      </p:pic>
      <p:pic>
        <p:nvPicPr>
          <p:cNvPr id="71" name="Рисунок 70" descr="Изображение выглядит как символ, Графика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251ECE-335A-F774-DB42-7B0FD50784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3374" y="4212052"/>
            <a:ext cx="511085" cy="511085"/>
          </a:xfrm>
          <a:prstGeom prst="rect">
            <a:avLst/>
          </a:prstGeom>
        </p:spPr>
      </p:pic>
      <p:pic>
        <p:nvPicPr>
          <p:cNvPr id="73" name="Рисунок 72" descr="Изображение выглядит как символ, Графика, круг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97535F-DE01-6D64-CD95-643081B75B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4838" y="2816439"/>
            <a:ext cx="347958" cy="347958"/>
          </a:xfrm>
          <a:prstGeom prst="rect">
            <a:avLst/>
          </a:prstGeom>
        </p:spPr>
      </p:pic>
      <p:pic>
        <p:nvPicPr>
          <p:cNvPr id="75" name="Рисунок 74" descr="Изображение выглядит как Красочность, линия, шаблон, Симметр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FAEB21-6AA4-D0C2-2E9A-E975B26957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6102" y="2769415"/>
            <a:ext cx="422078" cy="398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Архитектура системы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" y="731520"/>
            <a:ext cx="3657600" cy="2743200"/>
          </a:xfrm>
          <a:custGeom>
            <a:avLst/>
            <a:gdLst>
              <a:gd name="connsiteX0" fmla="*/ 0 w 3657600"/>
              <a:gd name="connsiteY0" fmla="*/ 0 h 2743200"/>
              <a:gd name="connsiteX1" fmla="*/ 573024 w 3657600"/>
              <a:gd name="connsiteY1" fmla="*/ 0 h 2743200"/>
              <a:gd name="connsiteX2" fmla="*/ 1109472 w 3657600"/>
              <a:gd name="connsiteY2" fmla="*/ 0 h 2743200"/>
              <a:gd name="connsiteX3" fmla="*/ 1755648 w 3657600"/>
              <a:gd name="connsiteY3" fmla="*/ 0 h 2743200"/>
              <a:gd name="connsiteX4" fmla="*/ 2365248 w 3657600"/>
              <a:gd name="connsiteY4" fmla="*/ 0 h 2743200"/>
              <a:gd name="connsiteX5" fmla="*/ 2974848 w 3657600"/>
              <a:gd name="connsiteY5" fmla="*/ 0 h 2743200"/>
              <a:gd name="connsiteX6" fmla="*/ 3657600 w 3657600"/>
              <a:gd name="connsiteY6" fmla="*/ 0 h 2743200"/>
              <a:gd name="connsiteX7" fmla="*/ 3657600 w 3657600"/>
              <a:gd name="connsiteY7" fmla="*/ 713232 h 2743200"/>
              <a:gd name="connsiteX8" fmla="*/ 3657600 w 3657600"/>
              <a:gd name="connsiteY8" fmla="*/ 1344168 h 2743200"/>
              <a:gd name="connsiteX9" fmla="*/ 3657600 w 3657600"/>
              <a:gd name="connsiteY9" fmla="*/ 2057400 h 2743200"/>
              <a:gd name="connsiteX10" fmla="*/ 3657600 w 3657600"/>
              <a:gd name="connsiteY10" fmla="*/ 2743200 h 2743200"/>
              <a:gd name="connsiteX11" fmla="*/ 3011424 w 3657600"/>
              <a:gd name="connsiteY11" fmla="*/ 2743200 h 2743200"/>
              <a:gd name="connsiteX12" fmla="*/ 2365248 w 3657600"/>
              <a:gd name="connsiteY12" fmla="*/ 2743200 h 2743200"/>
              <a:gd name="connsiteX13" fmla="*/ 1682496 w 3657600"/>
              <a:gd name="connsiteY13" fmla="*/ 2743200 h 2743200"/>
              <a:gd name="connsiteX14" fmla="*/ 1109472 w 3657600"/>
              <a:gd name="connsiteY14" fmla="*/ 2743200 h 2743200"/>
              <a:gd name="connsiteX15" fmla="*/ 0 w 3657600"/>
              <a:gd name="connsiteY15" fmla="*/ 2743200 h 2743200"/>
              <a:gd name="connsiteX16" fmla="*/ 0 w 3657600"/>
              <a:gd name="connsiteY16" fmla="*/ 2112264 h 2743200"/>
              <a:gd name="connsiteX17" fmla="*/ 0 w 3657600"/>
              <a:gd name="connsiteY17" fmla="*/ 1426464 h 2743200"/>
              <a:gd name="connsiteX18" fmla="*/ 0 w 3657600"/>
              <a:gd name="connsiteY18" fmla="*/ 713232 h 2743200"/>
              <a:gd name="connsiteX19" fmla="*/ 0 w 3657600"/>
              <a:gd name="connsiteY19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657600" h="2743200" fill="none" extrusionOk="0">
                <a:moveTo>
                  <a:pt x="0" y="0"/>
                </a:moveTo>
                <a:cubicBezTo>
                  <a:pt x="247564" y="-19946"/>
                  <a:pt x="394109" y="17264"/>
                  <a:pt x="573024" y="0"/>
                </a:cubicBezTo>
                <a:cubicBezTo>
                  <a:pt x="751939" y="-17264"/>
                  <a:pt x="850970" y="23126"/>
                  <a:pt x="1109472" y="0"/>
                </a:cubicBezTo>
                <a:cubicBezTo>
                  <a:pt x="1367974" y="-23126"/>
                  <a:pt x="1590028" y="-9881"/>
                  <a:pt x="1755648" y="0"/>
                </a:cubicBezTo>
                <a:cubicBezTo>
                  <a:pt x="1921268" y="9881"/>
                  <a:pt x="2095295" y="-26916"/>
                  <a:pt x="2365248" y="0"/>
                </a:cubicBezTo>
                <a:cubicBezTo>
                  <a:pt x="2635201" y="26916"/>
                  <a:pt x="2761120" y="-11481"/>
                  <a:pt x="2974848" y="0"/>
                </a:cubicBezTo>
                <a:cubicBezTo>
                  <a:pt x="3188576" y="11481"/>
                  <a:pt x="3484306" y="11531"/>
                  <a:pt x="3657600" y="0"/>
                </a:cubicBezTo>
                <a:cubicBezTo>
                  <a:pt x="3623383" y="250862"/>
                  <a:pt x="3629073" y="447749"/>
                  <a:pt x="3657600" y="713232"/>
                </a:cubicBezTo>
                <a:cubicBezTo>
                  <a:pt x="3686127" y="978715"/>
                  <a:pt x="3627147" y="1153206"/>
                  <a:pt x="3657600" y="1344168"/>
                </a:cubicBezTo>
                <a:cubicBezTo>
                  <a:pt x="3688053" y="1535130"/>
                  <a:pt x="3645083" y="1777631"/>
                  <a:pt x="3657600" y="2057400"/>
                </a:cubicBezTo>
                <a:cubicBezTo>
                  <a:pt x="3670117" y="2337169"/>
                  <a:pt x="3628352" y="2402221"/>
                  <a:pt x="3657600" y="2743200"/>
                </a:cubicBezTo>
                <a:cubicBezTo>
                  <a:pt x="3489946" y="2756296"/>
                  <a:pt x="3160541" y="2723968"/>
                  <a:pt x="3011424" y="2743200"/>
                </a:cubicBezTo>
                <a:cubicBezTo>
                  <a:pt x="2862307" y="2762432"/>
                  <a:pt x="2668091" y="2726417"/>
                  <a:pt x="2365248" y="2743200"/>
                </a:cubicBezTo>
                <a:cubicBezTo>
                  <a:pt x="2062405" y="2759983"/>
                  <a:pt x="1948123" y="2727170"/>
                  <a:pt x="1682496" y="2743200"/>
                </a:cubicBezTo>
                <a:cubicBezTo>
                  <a:pt x="1416869" y="2759230"/>
                  <a:pt x="1282213" y="2756393"/>
                  <a:pt x="1109472" y="2743200"/>
                </a:cubicBezTo>
                <a:cubicBezTo>
                  <a:pt x="936731" y="2730007"/>
                  <a:pt x="495482" y="2733790"/>
                  <a:pt x="0" y="2743200"/>
                </a:cubicBezTo>
                <a:cubicBezTo>
                  <a:pt x="26405" y="2454332"/>
                  <a:pt x="25278" y="2252736"/>
                  <a:pt x="0" y="2112264"/>
                </a:cubicBezTo>
                <a:cubicBezTo>
                  <a:pt x="-25278" y="1971792"/>
                  <a:pt x="28652" y="1719819"/>
                  <a:pt x="0" y="1426464"/>
                </a:cubicBezTo>
                <a:cubicBezTo>
                  <a:pt x="-28652" y="1133109"/>
                  <a:pt x="2113" y="1010500"/>
                  <a:pt x="0" y="713232"/>
                </a:cubicBezTo>
                <a:cubicBezTo>
                  <a:pt x="-2113" y="415964"/>
                  <a:pt x="30577" y="321439"/>
                  <a:pt x="0" y="0"/>
                </a:cubicBezTo>
                <a:close/>
              </a:path>
              <a:path w="3657600" h="2743200" stroke="0" extrusionOk="0">
                <a:moveTo>
                  <a:pt x="0" y="0"/>
                </a:moveTo>
                <a:cubicBezTo>
                  <a:pt x="153534" y="-19803"/>
                  <a:pt x="288729" y="-8840"/>
                  <a:pt x="573024" y="0"/>
                </a:cubicBezTo>
                <a:cubicBezTo>
                  <a:pt x="857319" y="8840"/>
                  <a:pt x="884769" y="-15804"/>
                  <a:pt x="1072896" y="0"/>
                </a:cubicBezTo>
                <a:cubicBezTo>
                  <a:pt x="1261023" y="15804"/>
                  <a:pt x="1460490" y="10239"/>
                  <a:pt x="1755648" y="0"/>
                </a:cubicBezTo>
                <a:cubicBezTo>
                  <a:pt x="2050806" y="-10239"/>
                  <a:pt x="2119783" y="2915"/>
                  <a:pt x="2328672" y="0"/>
                </a:cubicBezTo>
                <a:cubicBezTo>
                  <a:pt x="2537561" y="-2915"/>
                  <a:pt x="2686088" y="9644"/>
                  <a:pt x="2901696" y="0"/>
                </a:cubicBezTo>
                <a:cubicBezTo>
                  <a:pt x="3117304" y="-9644"/>
                  <a:pt x="3472388" y="-23206"/>
                  <a:pt x="3657600" y="0"/>
                </a:cubicBezTo>
                <a:cubicBezTo>
                  <a:pt x="3669961" y="158555"/>
                  <a:pt x="3667371" y="395658"/>
                  <a:pt x="3657600" y="630936"/>
                </a:cubicBezTo>
                <a:cubicBezTo>
                  <a:pt x="3647829" y="866214"/>
                  <a:pt x="3647905" y="982575"/>
                  <a:pt x="3657600" y="1316736"/>
                </a:cubicBezTo>
                <a:cubicBezTo>
                  <a:pt x="3667295" y="1650897"/>
                  <a:pt x="3666481" y="1707850"/>
                  <a:pt x="3657600" y="1947672"/>
                </a:cubicBezTo>
                <a:cubicBezTo>
                  <a:pt x="3648719" y="2187494"/>
                  <a:pt x="3691721" y="2505031"/>
                  <a:pt x="3657600" y="2743200"/>
                </a:cubicBezTo>
                <a:cubicBezTo>
                  <a:pt x="3432422" y="2747109"/>
                  <a:pt x="3311088" y="2725726"/>
                  <a:pt x="3048000" y="2743200"/>
                </a:cubicBezTo>
                <a:cubicBezTo>
                  <a:pt x="2784912" y="2760674"/>
                  <a:pt x="2619021" y="2735956"/>
                  <a:pt x="2474976" y="2743200"/>
                </a:cubicBezTo>
                <a:cubicBezTo>
                  <a:pt x="2330931" y="2750444"/>
                  <a:pt x="1940675" y="2768793"/>
                  <a:pt x="1792224" y="2743200"/>
                </a:cubicBezTo>
                <a:cubicBezTo>
                  <a:pt x="1643773" y="2717607"/>
                  <a:pt x="1319756" y="2717940"/>
                  <a:pt x="1109472" y="2743200"/>
                </a:cubicBezTo>
                <a:cubicBezTo>
                  <a:pt x="899188" y="2768460"/>
                  <a:pt x="828174" y="2761146"/>
                  <a:pt x="573024" y="2743200"/>
                </a:cubicBezTo>
                <a:cubicBezTo>
                  <a:pt x="317874" y="2725254"/>
                  <a:pt x="251878" y="2733083"/>
                  <a:pt x="0" y="2743200"/>
                </a:cubicBezTo>
                <a:cubicBezTo>
                  <a:pt x="-7803" y="2489147"/>
                  <a:pt x="-856" y="2268453"/>
                  <a:pt x="0" y="2002536"/>
                </a:cubicBezTo>
                <a:cubicBezTo>
                  <a:pt x="856" y="1736619"/>
                  <a:pt x="28606" y="1643678"/>
                  <a:pt x="0" y="1399032"/>
                </a:cubicBezTo>
                <a:cubicBezTo>
                  <a:pt x="-28606" y="1154386"/>
                  <a:pt x="-13049" y="953402"/>
                  <a:pt x="0" y="768096"/>
                </a:cubicBezTo>
                <a:cubicBezTo>
                  <a:pt x="13049" y="582790"/>
                  <a:pt x="5129" y="178285"/>
                  <a:pt x="0" y="0"/>
                </a:cubicBezTo>
                <a:close/>
              </a:path>
            </a:pathLst>
          </a:custGeom>
          <a:solidFill>
            <a:srgbClr val="00757E"/>
          </a:solidFill>
          <a:ln w="38100">
            <a:solidFill>
              <a:srgbClr val="00ACC1"/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СЕРВЕР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7905" y="1554480"/>
            <a:ext cx="2287550" cy="822960"/>
          </a:xfrm>
          <a:prstGeom prst="rect">
            <a:avLst/>
          </a:prstGeom>
          <a:solidFill>
            <a:srgbClr val="88D8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31312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База данных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7096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MySQL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7905" y="2560320"/>
            <a:ext cx="2287550" cy="822960"/>
          </a:xfrm>
          <a:prstGeom prst="rect">
            <a:avLst/>
          </a:prstGeom>
          <a:solidFill>
            <a:srgbClr val="88D8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Веб-сервер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1312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C# (.NET 9)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3108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Blazor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103120"/>
            <a:ext cx="1097280" cy="0"/>
          </a:xfrm>
          <a:prstGeom prst="line">
            <a:avLst/>
          </a:prstGeom>
          <a:noFill/>
          <a:ln w="50800">
            <a:solidFill>
              <a:srgbClr val="00ACC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DE27FFB0-1E3A-ACC1-73D8-ADB2BC4E7A51}"/>
              </a:ext>
            </a:extLst>
          </p:cNvPr>
          <p:cNvGrpSpPr/>
          <p:nvPr/>
        </p:nvGrpSpPr>
        <p:grpSpPr>
          <a:xfrm>
            <a:off x="5292865" y="731520"/>
            <a:ext cx="3668255" cy="2743200"/>
            <a:chOff x="5292865" y="731520"/>
            <a:chExt cx="3668255" cy="2743200"/>
          </a:xfrm>
        </p:grpSpPr>
        <p:sp>
          <p:nvSpPr>
            <p:cNvPr id="13" name="Shape 11"/>
            <p:cNvSpPr/>
            <p:nvPr/>
          </p:nvSpPr>
          <p:spPr>
            <a:xfrm>
              <a:off x="5303520" y="731520"/>
              <a:ext cx="3657600" cy="2743200"/>
            </a:xfrm>
            <a:custGeom>
              <a:avLst/>
              <a:gdLst>
                <a:gd name="connsiteX0" fmla="*/ 0 w 3657600"/>
                <a:gd name="connsiteY0" fmla="*/ 0 h 2743200"/>
                <a:gd name="connsiteX1" fmla="*/ 682752 w 3657600"/>
                <a:gd name="connsiteY1" fmla="*/ 0 h 2743200"/>
                <a:gd name="connsiteX2" fmla="*/ 1328928 w 3657600"/>
                <a:gd name="connsiteY2" fmla="*/ 0 h 2743200"/>
                <a:gd name="connsiteX3" fmla="*/ 1865376 w 3657600"/>
                <a:gd name="connsiteY3" fmla="*/ 0 h 2743200"/>
                <a:gd name="connsiteX4" fmla="*/ 2548128 w 3657600"/>
                <a:gd name="connsiteY4" fmla="*/ 0 h 2743200"/>
                <a:gd name="connsiteX5" fmla="*/ 3121152 w 3657600"/>
                <a:gd name="connsiteY5" fmla="*/ 0 h 2743200"/>
                <a:gd name="connsiteX6" fmla="*/ 3657600 w 3657600"/>
                <a:gd name="connsiteY6" fmla="*/ 0 h 2743200"/>
                <a:gd name="connsiteX7" fmla="*/ 3657600 w 3657600"/>
                <a:gd name="connsiteY7" fmla="*/ 658368 h 2743200"/>
                <a:gd name="connsiteX8" fmla="*/ 3657600 w 3657600"/>
                <a:gd name="connsiteY8" fmla="*/ 1289304 h 2743200"/>
                <a:gd name="connsiteX9" fmla="*/ 3657600 w 3657600"/>
                <a:gd name="connsiteY9" fmla="*/ 2029968 h 2743200"/>
                <a:gd name="connsiteX10" fmla="*/ 3657600 w 3657600"/>
                <a:gd name="connsiteY10" fmla="*/ 2743200 h 2743200"/>
                <a:gd name="connsiteX11" fmla="*/ 3157728 w 3657600"/>
                <a:gd name="connsiteY11" fmla="*/ 2743200 h 2743200"/>
                <a:gd name="connsiteX12" fmla="*/ 2474976 w 3657600"/>
                <a:gd name="connsiteY12" fmla="*/ 2743200 h 2743200"/>
                <a:gd name="connsiteX13" fmla="*/ 1938528 w 3657600"/>
                <a:gd name="connsiteY13" fmla="*/ 2743200 h 2743200"/>
                <a:gd name="connsiteX14" fmla="*/ 1255776 w 3657600"/>
                <a:gd name="connsiteY14" fmla="*/ 2743200 h 2743200"/>
                <a:gd name="connsiteX15" fmla="*/ 573024 w 3657600"/>
                <a:gd name="connsiteY15" fmla="*/ 2743200 h 2743200"/>
                <a:gd name="connsiteX16" fmla="*/ 0 w 3657600"/>
                <a:gd name="connsiteY16" fmla="*/ 2743200 h 2743200"/>
                <a:gd name="connsiteX17" fmla="*/ 0 w 3657600"/>
                <a:gd name="connsiteY17" fmla="*/ 2029968 h 2743200"/>
                <a:gd name="connsiteX18" fmla="*/ 0 w 3657600"/>
                <a:gd name="connsiteY18" fmla="*/ 1426464 h 2743200"/>
                <a:gd name="connsiteX19" fmla="*/ 0 w 3657600"/>
                <a:gd name="connsiteY19" fmla="*/ 768096 h 2743200"/>
                <a:gd name="connsiteX20" fmla="*/ 0 w 3657600"/>
                <a:gd name="connsiteY2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57600" h="2743200" fill="none" extrusionOk="0">
                  <a:moveTo>
                    <a:pt x="0" y="0"/>
                  </a:moveTo>
                  <a:cubicBezTo>
                    <a:pt x="183850" y="4221"/>
                    <a:pt x="424044" y="24477"/>
                    <a:pt x="682752" y="0"/>
                  </a:cubicBezTo>
                  <a:cubicBezTo>
                    <a:pt x="941460" y="-24477"/>
                    <a:pt x="1162152" y="11278"/>
                    <a:pt x="1328928" y="0"/>
                  </a:cubicBezTo>
                  <a:cubicBezTo>
                    <a:pt x="1495704" y="-11278"/>
                    <a:pt x="1688657" y="24644"/>
                    <a:pt x="1865376" y="0"/>
                  </a:cubicBezTo>
                  <a:cubicBezTo>
                    <a:pt x="2042095" y="-24644"/>
                    <a:pt x="2401232" y="-33772"/>
                    <a:pt x="2548128" y="0"/>
                  </a:cubicBezTo>
                  <a:cubicBezTo>
                    <a:pt x="2695024" y="33772"/>
                    <a:pt x="2858092" y="7076"/>
                    <a:pt x="3121152" y="0"/>
                  </a:cubicBezTo>
                  <a:cubicBezTo>
                    <a:pt x="3384212" y="-7076"/>
                    <a:pt x="3420138" y="-4046"/>
                    <a:pt x="3657600" y="0"/>
                  </a:cubicBezTo>
                  <a:cubicBezTo>
                    <a:pt x="3672241" y="299445"/>
                    <a:pt x="3630289" y="465668"/>
                    <a:pt x="3657600" y="658368"/>
                  </a:cubicBezTo>
                  <a:cubicBezTo>
                    <a:pt x="3684911" y="851068"/>
                    <a:pt x="3642967" y="1019365"/>
                    <a:pt x="3657600" y="1289304"/>
                  </a:cubicBezTo>
                  <a:cubicBezTo>
                    <a:pt x="3672233" y="1559243"/>
                    <a:pt x="3657005" y="1746854"/>
                    <a:pt x="3657600" y="2029968"/>
                  </a:cubicBezTo>
                  <a:cubicBezTo>
                    <a:pt x="3658195" y="2313082"/>
                    <a:pt x="3666539" y="2461436"/>
                    <a:pt x="3657600" y="2743200"/>
                  </a:cubicBezTo>
                  <a:cubicBezTo>
                    <a:pt x="3502995" y="2745454"/>
                    <a:pt x="3390209" y="2740980"/>
                    <a:pt x="3157728" y="2743200"/>
                  </a:cubicBezTo>
                  <a:cubicBezTo>
                    <a:pt x="2925247" y="2745420"/>
                    <a:pt x="2799167" y="2731552"/>
                    <a:pt x="2474976" y="2743200"/>
                  </a:cubicBezTo>
                  <a:cubicBezTo>
                    <a:pt x="2150785" y="2754848"/>
                    <a:pt x="2112848" y="2758514"/>
                    <a:pt x="1938528" y="2743200"/>
                  </a:cubicBezTo>
                  <a:cubicBezTo>
                    <a:pt x="1764208" y="2727886"/>
                    <a:pt x="1486550" y="2739002"/>
                    <a:pt x="1255776" y="2743200"/>
                  </a:cubicBezTo>
                  <a:cubicBezTo>
                    <a:pt x="1025002" y="2747398"/>
                    <a:pt x="888859" y="2719042"/>
                    <a:pt x="573024" y="2743200"/>
                  </a:cubicBezTo>
                  <a:cubicBezTo>
                    <a:pt x="257189" y="2767358"/>
                    <a:pt x="231783" y="2720471"/>
                    <a:pt x="0" y="2743200"/>
                  </a:cubicBezTo>
                  <a:cubicBezTo>
                    <a:pt x="-27049" y="2418091"/>
                    <a:pt x="-13026" y="2370412"/>
                    <a:pt x="0" y="2029968"/>
                  </a:cubicBezTo>
                  <a:cubicBezTo>
                    <a:pt x="13026" y="1689524"/>
                    <a:pt x="-10487" y="1700417"/>
                    <a:pt x="0" y="1426464"/>
                  </a:cubicBezTo>
                  <a:cubicBezTo>
                    <a:pt x="10487" y="1152511"/>
                    <a:pt x="31741" y="911955"/>
                    <a:pt x="0" y="768096"/>
                  </a:cubicBezTo>
                  <a:cubicBezTo>
                    <a:pt x="-31741" y="624237"/>
                    <a:pt x="-18412" y="225418"/>
                    <a:pt x="0" y="0"/>
                  </a:cubicBezTo>
                  <a:close/>
                </a:path>
                <a:path w="3657600" h="2743200" stroke="0" extrusionOk="0">
                  <a:moveTo>
                    <a:pt x="0" y="0"/>
                  </a:moveTo>
                  <a:cubicBezTo>
                    <a:pt x="151271" y="-18595"/>
                    <a:pt x="421832" y="3564"/>
                    <a:pt x="646176" y="0"/>
                  </a:cubicBezTo>
                  <a:cubicBezTo>
                    <a:pt x="870520" y="-3564"/>
                    <a:pt x="942236" y="22125"/>
                    <a:pt x="1219200" y="0"/>
                  </a:cubicBezTo>
                  <a:cubicBezTo>
                    <a:pt x="1496164" y="-22125"/>
                    <a:pt x="1649311" y="-19818"/>
                    <a:pt x="1828800" y="0"/>
                  </a:cubicBezTo>
                  <a:cubicBezTo>
                    <a:pt x="2008289" y="19818"/>
                    <a:pt x="2140518" y="2367"/>
                    <a:pt x="2365248" y="0"/>
                  </a:cubicBezTo>
                  <a:cubicBezTo>
                    <a:pt x="2589978" y="-2367"/>
                    <a:pt x="2809249" y="7013"/>
                    <a:pt x="2974848" y="0"/>
                  </a:cubicBezTo>
                  <a:cubicBezTo>
                    <a:pt x="3140447" y="-7013"/>
                    <a:pt x="3330440" y="11776"/>
                    <a:pt x="3657600" y="0"/>
                  </a:cubicBezTo>
                  <a:cubicBezTo>
                    <a:pt x="3689199" y="325862"/>
                    <a:pt x="3687803" y="450109"/>
                    <a:pt x="3657600" y="685800"/>
                  </a:cubicBezTo>
                  <a:cubicBezTo>
                    <a:pt x="3627397" y="921491"/>
                    <a:pt x="3666848" y="1150687"/>
                    <a:pt x="3657600" y="1316736"/>
                  </a:cubicBezTo>
                  <a:cubicBezTo>
                    <a:pt x="3648352" y="1482785"/>
                    <a:pt x="3625393" y="1752189"/>
                    <a:pt x="3657600" y="1975104"/>
                  </a:cubicBezTo>
                  <a:cubicBezTo>
                    <a:pt x="3689807" y="2198019"/>
                    <a:pt x="3655962" y="2464802"/>
                    <a:pt x="3657600" y="2743200"/>
                  </a:cubicBezTo>
                  <a:cubicBezTo>
                    <a:pt x="3465841" y="2749703"/>
                    <a:pt x="3246837" y="2763660"/>
                    <a:pt x="3011424" y="2743200"/>
                  </a:cubicBezTo>
                  <a:cubicBezTo>
                    <a:pt x="2776011" y="2722740"/>
                    <a:pt x="2638328" y="2718296"/>
                    <a:pt x="2438400" y="2743200"/>
                  </a:cubicBezTo>
                  <a:cubicBezTo>
                    <a:pt x="2238472" y="2768104"/>
                    <a:pt x="1984302" y="2725131"/>
                    <a:pt x="1755648" y="2743200"/>
                  </a:cubicBezTo>
                  <a:cubicBezTo>
                    <a:pt x="1526994" y="2761269"/>
                    <a:pt x="1378135" y="2734301"/>
                    <a:pt x="1146048" y="2743200"/>
                  </a:cubicBezTo>
                  <a:cubicBezTo>
                    <a:pt x="913961" y="2752099"/>
                    <a:pt x="759462" y="2736742"/>
                    <a:pt x="573024" y="2743200"/>
                  </a:cubicBezTo>
                  <a:cubicBezTo>
                    <a:pt x="386586" y="2749658"/>
                    <a:pt x="259387" y="2751589"/>
                    <a:pt x="0" y="2743200"/>
                  </a:cubicBezTo>
                  <a:cubicBezTo>
                    <a:pt x="16087" y="2464250"/>
                    <a:pt x="-14219" y="2170100"/>
                    <a:pt x="0" y="2002536"/>
                  </a:cubicBezTo>
                  <a:cubicBezTo>
                    <a:pt x="14219" y="1834972"/>
                    <a:pt x="5927" y="1672564"/>
                    <a:pt x="0" y="1371600"/>
                  </a:cubicBezTo>
                  <a:cubicBezTo>
                    <a:pt x="-5927" y="1070636"/>
                    <a:pt x="-28517" y="1052777"/>
                    <a:pt x="0" y="740664"/>
                  </a:cubicBezTo>
                  <a:cubicBezTo>
                    <a:pt x="28517" y="428551"/>
                    <a:pt x="32523" y="165193"/>
                    <a:pt x="0" y="0"/>
                  </a:cubicBezTo>
                  <a:close/>
                </a:path>
              </a:pathLst>
            </a:custGeom>
            <a:solidFill>
              <a:srgbClr val="00757E"/>
            </a:solidFill>
            <a:ln w="381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251298046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303520" y="91440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БРАУЗЕР</a:t>
              </a:r>
              <a:endParaRPr lang="en-US" sz="2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292865" y="20116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62674" y="2194560"/>
              <a:ext cx="1896672" cy="640080"/>
            </a:xfrm>
            <a:prstGeom prst="rect">
              <a:avLst/>
            </a:prstGeom>
            <a:solidFill>
              <a:srgbClr val="97E3ED">
                <a:alpha val="9000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658625" y="224028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100" b="1" dirty="0" err="1">
                  <a:solidFill>
                    <a:srgbClr val="FFFFFF"/>
                  </a:solidFill>
                </a:rPr>
                <a:t>Пользовательский</a:t>
              </a:r>
              <a:r>
                <a:rPr lang="ru-RU" sz="1100" b="1" dirty="0">
                  <a:solidFill>
                    <a:srgbClr val="FFFFFF"/>
                  </a:solidFill>
                </a:rPr>
                <a:t> </a:t>
              </a:r>
              <a:r>
                <a:rPr lang="en-US" sz="1100" b="1" dirty="0" err="1">
                  <a:solidFill>
                    <a:srgbClr val="FFFFFF"/>
                  </a:solidFill>
                </a:rPr>
                <a:t>интерфейс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647970" y="249174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Signal-R</a:t>
              </a:r>
              <a:endParaRPr lang="en-US" sz="10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372347" y="3657600"/>
            <a:ext cx="8338088" cy="1371600"/>
          </a:xfrm>
          <a:custGeom>
            <a:avLst/>
            <a:gdLst>
              <a:gd name="connsiteX0" fmla="*/ 0 w 8338088"/>
              <a:gd name="connsiteY0" fmla="*/ 0 h 1371600"/>
              <a:gd name="connsiteX1" fmla="*/ 611460 w 8338088"/>
              <a:gd name="connsiteY1" fmla="*/ 0 h 1371600"/>
              <a:gd name="connsiteX2" fmla="*/ 1056158 w 8338088"/>
              <a:gd name="connsiteY2" fmla="*/ 0 h 1371600"/>
              <a:gd name="connsiteX3" fmla="*/ 1500856 w 8338088"/>
              <a:gd name="connsiteY3" fmla="*/ 0 h 1371600"/>
              <a:gd name="connsiteX4" fmla="*/ 2279077 w 8338088"/>
              <a:gd name="connsiteY4" fmla="*/ 0 h 1371600"/>
              <a:gd name="connsiteX5" fmla="*/ 2807156 w 8338088"/>
              <a:gd name="connsiteY5" fmla="*/ 0 h 1371600"/>
              <a:gd name="connsiteX6" fmla="*/ 3335235 w 8338088"/>
              <a:gd name="connsiteY6" fmla="*/ 0 h 1371600"/>
              <a:gd name="connsiteX7" fmla="*/ 4030076 w 8338088"/>
              <a:gd name="connsiteY7" fmla="*/ 0 h 1371600"/>
              <a:gd name="connsiteX8" fmla="*/ 4641536 w 8338088"/>
              <a:gd name="connsiteY8" fmla="*/ 0 h 1371600"/>
              <a:gd name="connsiteX9" fmla="*/ 5169615 w 8338088"/>
              <a:gd name="connsiteY9" fmla="*/ 0 h 1371600"/>
              <a:gd name="connsiteX10" fmla="*/ 6031217 w 8338088"/>
              <a:gd name="connsiteY10" fmla="*/ 0 h 1371600"/>
              <a:gd name="connsiteX11" fmla="*/ 6892819 w 8338088"/>
              <a:gd name="connsiteY11" fmla="*/ 0 h 1371600"/>
              <a:gd name="connsiteX12" fmla="*/ 7587660 w 8338088"/>
              <a:gd name="connsiteY12" fmla="*/ 0 h 1371600"/>
              <a:gd name="connsiteX13" fmla="*/ 8338088 w 8338088"/>
              <a:gd name="connsiteY13" fmla="*/ 0 h 1371600"/>
              <a:gd name="connsiteX14" fmla="*/ 8338088 w 8338088"/>
              <a:gd name="connsiteY14" fmla="*/ 685800 h 1371600"/>
              <a:gd name="connsiteX15" fmla="*/ 8338088 w 8338088"/>
              <a:gd name="connsiteY15" fmla="*/ 1371600 h 1371600"/>
              <a:gd name="connsiteX16" fmla="*/ 7643247 w 8338088"/>
              <a:gd name="connsiteY16" fmla="*/ 1371600 h 1371600"/>
              <a:gd name="connsiteX17" fmla="*/ 6781645 w 8338088"/>
              <a:gd name="connsiteY17" fmla="*/ 1371600 h 1371600"/>
              <a:gd name="connsiteX18" fmla="*/ 5920042 w 8338088"/>
              <a:gd name="connsiteY18" fmla="*/ 1371600 h 1371600"/>
              <a:gd name="connsiteX19" fmla="*/ 5391964 w 8338088"/>
              <a:gd name="connsiteY19" fmla="*/ 1371600 h 1371600"/>
              <a:gd name="connsiteX20" fmla="*/ 4780504 w 8338088"/>
              <a:gd name="connsiteY20" fmla="*/ 1371600 h 1371600"/>
              <a:gd name="connsiteX21" fmla="*/ 3918901 w 8338088"/>
              <a:gd name="connsiteY21" fmla="*/ 1371600 h 1371600"/>
              <a:gd name="connsiteX22" fmla="*/ 3224061 w 8338088"/>
              <a:gd name="connsiteY22" fmla="*/ 1371600 h 1371600"/>
              <a:gd name="connsiteX23" fmla="*/ 2529220 w 8338088"/>
              <a:gd name="connsiteY23" fmla="*/ 1371600 h 1371600"/>
              <a:gd name="connsiteX24" fmla="*/ 2084522 w 8338088"/>
              <a:gd name="connsiteY24" fmla="*/ 1371600 h 1371600"/>
              <a:gd name="connsiteX25" fmla="*/ 1222920 w 8338088"/>
              <a:gd name="connsiteY25" fmla="*/ 1371600 h 1371600"/>
              <a:gd name="connsiteX26" fmla="*/ 611460 w 8338088"/>
              <a:gd name="connsiteY26" fmla="*/ 1371600 h 1371600"/>
              <a:gd name="connsiteX27" fmla="*/ 0 w 8338088"/>
              <a:gd name="connsiteY27" fmla="*/ 1371600 h 1371600"/>
              <a:gd name="connsiteX28" fmla="*/ 0 w 8338088"/>
              <a:gd name="connsiteY28" fmla="*/ 658368 h 1371600"/>
              <a:gd name="connsiteX29" fmla="*/ 0 w 8338088"/>
              <a:gd name="connsiteY29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338088" h="1371600" fill="none" extrusionOk="0">
                <a:moveTo>
                  <a:pt x="0" y="0"/>
                </a:moveTo>
                <a:cubicBezTo>
                  <a:pt x="248935" y="23335"/>
                  <a:pt x="487258" y="-12811"/>
                  <a:pt x="611460" y="0"/>
                </a:cubicBezTo>
                <a:cubicBezTo>
                  <a:pt x="735662" y="12811"/>
                  <a:pt x="962190" y="-12773"/>
                  <a:pt x="1056158" y="0"/>
                </a:cubicBezTo>
                <a:cubicBezTo>
                  <a:pt x="1150126" y="12773"/>
                  <a:pt x="1341089" y="16758"/>
                  <a:pt x="1500856" y="0"/>
                </a:cubicBezTo>
                <a:cubicBezTo>
                  <a:pt x="1660623" y="-16758"/>
                  <a:pt x="1934770" y="21195"/>
                  <a:pt x="2279077" y="0"/>
                </a:cubicBezTo>
                <a:cubicBezTo>
                  <a:pt x="2623384" y="-21195"/>
                  <a:pt x="2598861" y="-14976"/>
                  <a:pt x="2807156" y="0"/>
                </a:cubicBezTo>
                <a:cubicBezTo>
                  <a:pt x="3015451" y="14976"/>
                  <a:pt x="3085744" y="-11329"/>
                  <a:pt x="3335235" y="0"/>
                </a:cubicBezTo>
                <a:cubicBezTo>
                  <a:pt x="3584726" y="11329"/>
                  <a:pt x="3767405" y="6244"/>
                  <a:pt x="4030076" y="0"/>
                </a:cubicBezTo>
                <a:cubicBezTo>
                  <a:pt x="4292747" y="-6244"/>
                  <a:pt x="4460529" y="28629"/>
                  <a:pt x="4641536" y="0"/>
                </a:cubicBezTo>
                <a:cubicBezTo>
                  <a:pt x="4822543" y="-28629"/>
                  <a:pt x="5043004" y="-7062"/>
                  <a:pt x="5169615" y="0"/>
                </a:cubicBezTo>
                <a:cubicBezTo>
                  <a:pt x="5296226" y="7062"/>
                  <a:pt x="5755475" y="-25701"/>
                  <a:pt x="6031217" y="0"/>
                </a:cubicBezTo>
                <a:cubicBezTo>
                  <a:pt x="6306959" y="25701"/>
                  <a:pt x="6550495" y="-8632"/>
                  <a:pt x="6892819" y="0"/>
                </a:cubicBezTo>
                <a:cubicBezTo>
                  <a:pt x="7235143" y="8632"/>
                  <a:pt x="7264551" y="24784"/>
                  <a:pt x="7587660" y="0"/>
                </a:cubicBezTo>
                <a:cubicBezTo>
                  <a:pt x="7910769" y="-24784"/>
                  <a:pt x="8046447" y="33988"/>
                  <a:pt x="8338088" y="0"/>
                </a:cubicBezTo>
                <a:cubicBezTo>
                  <a:pt x="8344065" y="235106"/>
                  <a:pt x="8333760" y="386412"/>
                  <a:pt x="8338088" y="685800"/>
                </a:cubicBezTo>
                <a:cubicBezTo>
                  <a:pt x="8342416" y="985188"/>
                  <a:pt x="8337972" y="1115668"/>
                  <a:pt x="8338088" y="1371600"/>
                </a:cubicBezTo>
                <a:cubicBezTo>
                  <a:pt x="8005764" y="1360375"/>
                  <a:pt x="7822390" y="1355263"/>
                  <a:pt x="7643247" y="1371600"/>
                </a:cubicBezTo>
                <a:cubicBezTo>
                  <a:pt x="7464104" y="1387937"/>
                  <a:pt x="7187047" y="1394620"/>
                  <a:pt x="6781645" y="1371600"/>
                </a:cubicBezTo>
                <a:cubicBezTo>
                  <a:pt x="6376243" y="1348580"/>
                  <a:pt x="6350015" y="1402758"/>
                  <a:pt x="5920042" y="1371600"/>
                </a:cubicBezTo>
                <a:cubicBezTo>
                  <a:pt x="5490069" y="1340442"/>
                  <a:pt x="5596171" y="1355812"/>
                  <a:pt x="5391964" y="1371600"/>
                </a:cubicBezTo>
                <a:cubicBezTo>
                  <a:pt x="5187757" y="1387388"/>
                  <a:pt x="4979517" y="1392958"/>
                  <a:pt x="4780504" y="1371600"/>
                </a:cubicBezTo>
                <a:cubicBezTo>
                  <a:pt x="4581491" y="1350242"/>
                  <a:pt x="4292849" y="1370456"/>
                  <a:pt x="3918901" y="1371600"/>
                </a:cubicBezTo>
                <a:cubicBezTo>
                  <a:pt x="3544953" y="1372744"/>
                  <a:pt x="3508640" y="1376542"/>
                  <a:pt x="3224061" y="1371600"/>
                </a:cubicBezTo>
                <a:cubicBezTo>
                  <a:pt x="2939482" y="1366658"/>
                  <a:pt x="2814345" y="1346969"/>
                  <a:pt x="2529220" y="1371600"/>
                </a:cubicBezTo>
                <a:cubicBezTo>
                  <a:pt x="2244095" y="1396231"/>
                  <a:pt x="2275990" y="1383202"/>
                  <a:pt x="2084522" y="1371600"/>
                </a:cubicBezTo>
                <a:cubicBezTo>
                  <a:pt x="1893054" y="1359998"/>
                  <a:pt x="1493027" y="1350256"/>
                  <a:pt x="1222920" y="1371600"/>
                </a:cubicBezTo>
                <a:cubicBezTo>
                  <a:pt x="952813" y="1392944"/>
                  <a:pt x="859676" y="1399914"/>
                  <a:pt x="611460" y="1371600"/>
                </a:cubicBezTo>
                <a:cubicBezTo>
                  <a:pt x="363244" y="1343286"/>
                  <a:pt x="261947" y="1360885"/>
                  <a:pt x="0" y="1371600"/>
                </a:cubicBezTo>
                <a:cubicBezTo>
                  <a:pt x="27062" y="1195841"/>
                  <a:pt x="-16414" y="1008055"/>
                  <a:pt x="0" y="658368"/>
                </a:cubicBezTo>
                <a:cubicBezTo>
                  <a:pt x="16414" y="308681"/>
                  <a:pt x="9912" y="158870"/>
                  <a:pt x="0" y="0"/>
                </a:cubicBezTo>
                <a:close/>
              </a:path>
              <a:path w="8338088" h="1371600" stroke="0" extrusionOk="0">
                <a:moveTo>
                  <a:pt x="0" y="0"/>
                </a:moveTo>
                <a:cubicBezTo>
                  <a:pt x="211359" y="13449"/>
                  <a:pt x="487127" y="-20010"/>
                  <a:pt x="611460" y="0"/>
                </a:cubicBezTo>
                <a:cubicBezTo>
                  <a:pt x="735793" y="20010"/>
                  <a:pt x="864004" y="-14006"/>
                  <a:pt x="1056158" y="0"/>
                </a:cubicBezTo>
                <a:cubicBezTo>
                  <a:pt x="1248312" y="14006"/>
                  <a:pt x="1396203" y="-16557"/>
                  <a:pt x="1500856" y="0"/>
                </a:cubicBezTo>
                <a:cubicBezTo>
                  <a:pt x="1605509" y="16557"/>
                  <a:pt x="2085748" y="10349"/>
                  <a:pt x="2362458" y="0"/>
                </a:cubicBezTo>
                <a:cubicBezTo>
                  <a:pt x="2639168" y="-10349"/>
                  <a:pt x="2597603" y="-20105"/>
                  <a:pt x="2807156" y="0"/>
                </a:cubicBezTo>
                <a:cubicBezTo>
                  <a:pt x="3016709" y="20105"/>
                  <a:pt x="3140919" y="-10515"/>
                  <a:pt x="3335235" y="0"/>
                </a:cubicBezTo>
                <a:cubicBezTo>
                  <a:pt x="3529551" y="10515"/>
                  <a:pt x="3606686" y="11925"/>
                  <a:pt x="3779933" y="0"/>
                </a:cubicBezTo>
                <a:cubicBezTo>
                  <a:pt x="3953180" y="-11925"/>
                  <a:pt x="4371534" y="-39481"/>
                  <a:pt x="4641536" y="0"/>
                </a:cubicBezTo>
                <a:cubicBezTo>
                  <a:pt x="4911538" y="39481"/>
                  <a:pt x="4997414" y="-6137"/>
                  <a:pt x="5169615" y="0"/>
                </a:cubicBezTo>
                <a:cubicBezTo>
                  <a:pt x="5341816" y="6137"/>
                  <a:pt x="5637307" y="11969"/>
                  <a:pt x="5781074" y="0"/>
                </a:cubicBezTo>
                <a:cubicBezTo>
                  <a:pt x="5924841" y="-11969"/>
                  <a:pt x="6062434" y="-13663"/>
                  <a:pt x="6225772" y="0"/>
                </a:cubicBezTo>
                <a:cubicBezTo>
                  <a:pt x="6389110" y="13663"/>
                  <a:pt x="6519785" y="25762"/>
                  <a:pt x="6753851" y="0"/>
                </a:cubicBezTo>
                <a:cubicBezTo>
                  <a:pt x="6987917" y="-25762"/>
                  <a:pt x="7204237" y="17547"/>
                  <a:pt x="7615454" y="0"/>
                </a:cubicBezTo>
                <a:cubicBezTo>
                  <a:pt x="8026671" y="-17547"/>
                  <a:pt x="8052832" y="3932"/>
                  <a:pt x="8338088" y="0"/>
                </a:cubicBezTo>
                <a:cubicBezTo>
                  <a:pt x="8311597" y="203865"/>
                  <a:pt x="8343037" y="400178"/>
                  <a:pt x="8338088" y="699516"/>
                </a:cubicBezTo>
                <a:cubicBezTo>
                  <a:pt x="8333139" y="998854"/>
                  <a:pt x="8370693" y="1041219"/>
                  <a:pt x="8338088" y="1371600"/>
                </a:cubicBezTo>
                <a:cubicBezTo>
                  <a:pt x="8137890" y="1354607"/>
                  <a:pt x="8012652" y="1381651"/>
                  <a:pt x="7893390" y="1371600"/>
                </a:cubicBezTo>
                <a:cubicBezTo>
                  <a:pt x="7774128" y="1361549"/>
                  <a:pt x="7543792" y="1386154"/>
                  <a:pt x="7198549" y="1371600"/>
                </a:cubicBezTo>
                <a:cubicBezTo>
                  <a:pt x="6853306" y="1357046"/>
                  <a:pt x="6901484" y="1361620"/>
                  <a:pt x="6753851" y="1371600"/>
                </a:cubicBezTo>
                <a:cubicBezTo>
                  <a:pt x="6606218" y="1381580"/>
                  <a:pt x="6107232" y="1344146"/>
                  <a:pt x="5892249" y="1371600"/>
                </a:cubicBezTo>
                <a:cubicBezTo>
                  <a:pt x="5677266" y="1399054"/>
                  <a:pt x="5386933" y="1386970"/>
                  <a:pt x="5030646" y="1371600"/>
                </a:cubicBezTo>
                <a:cubicBezTo>
                  <a:pt x="4674359" y="1356230"/>
                  <a:pt x="4774608" y="1349493"/>
                  <a:pt x="4585948" y="1371600"/>
                </a:cubicBezTo>
                <a:cubicBezTo>
                  <a:pt x="4397288" y="1393707"/>
                  <a:pt x="4283674" y="1353603"/>
                  <a:pt x="4057869" y="1371600"/>
                </a:cubicBezTo>
                <a:cubicBezTo>
                  <a:pt x="3832064" y="1389597"/>
                  <a:pt x="3689877" y="1365707"/>
                  <a:pt x="3446410" y="1371600"/>
                </a:cubicBezTo>
                <a:cubicBezTo>
                  <a:pt x="3202943" y="1377493"/>
                  <a:pt x="3076597" y="1341736"/>
                  <a:pt x="2751569" y="1371600"/>
                </a:cubicBezTo>
                <a:cubicBezTo>
                  <a:pt x="2426541" y="1401464"/>
                  <a:pt x="2404587" y="1391464"/>
                  <a:pt x="2223490" y="1371600"/>
                </a:cubicBezTo>
                <a:cubicBezTo>
                  <a:pt x="2042393" y="1351736"/>
                  <a:pt x="1720726" y="1406475"/>
                  <a:pt x="1361888" y="1371600"/>
                </a:cubicBezTo>
                <a:cubicBezTo>
                  <a:pt x="1003050" y="1336725"/>
                  <a:pt x="282836" y="1323420"/>
                  <a:pt x="0" y="1371600"/>
                </a:cubicBezTo>
                <a:cubicBezTo>
                  <a:pt x="-3624" y="1104840"/>
                  <a:pt x="-21295" y="964822"/>
                  <a:pt x="0" y="685800"/>
                </a:cubicBezTo>
                <a:cubicBezTo>
                  <a:pt x="21295" y="406778"/>
                  <a:pt x="23385" y="25844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B3EBF2"/>
              </a:gs>
              <a:gs pos="77000">
                <a:srgbClr val="FEFEFE"/>
              </a:gs>
              <a:gs pos="100000">
                <a:srgbClr val="BEEEF4"/>
              </a:gs>
            </a:gsLst>
            <a:path path="circle">
              <a:fillToRect r="100000" b="100000"/>
            </a:path>
            <a:tileRect l="-100000" t="-100000"/>
          </a:gradFill>
          <a:ln w="25400">
            <a:solidFill>
              <a:srgbClr val="00ACC1"/>
            </a:solidFill>
            <a:extLst>
              <a:ext uri="{C807C97D-BFC1-408E-A445-0C87EB9F89A2}">
                <ask:lineSketchStyleProps xmlns:ask="http://schemas.microsoft.com/office/drawing/2018/sketchyshapes" xmlns="" sd="300891779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dirty="0"/>
          </a:p>
        </p:txBody>
      </p:sp>
      <p:sp>
        <p:nvSpPr>
          <p:cNvPr id="21" name="Text 19"/>
          <p:cNvSpPr/>
          <p:nvPr/>
        </p:nvSpPr>
        <p:spPr>
          <a:xfrm>
            <a:off x="268508" y="37490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064"/>
                </a:solidFill>
              </a:rPr>
              <a:t>Ключевые компоненты подсистемы: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708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Модуль поиска с фильтрами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66712" y="40908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dirty="0" smtClean="0">
                <a:solidFill>
                  <a:srgbClr val="333333"/>
                </a:solidFill>
              </a:rPr>
              <a:t>Модуль взаимодействия с пользователями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5708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</a:t>
            </a:r>
            <a:r>
              <a:rPr lang="ru-RU" sz="1400" dirty="0" smtClean="0">
                <a:solidFill>
                  <a:srgbClr val="333333"/>
                </a:solidFill>
              </a:rPr>
              <a:t>Модуль у</a:t>
            </a:r>
            <a:r>
              <a:rPr lang="en-US" sz="1400" dirty="0" err="1" smtClean="0">
                <a:solidFill>
                  <a:srgbClr val="333333"/>
                </a:solidFill>
              </a:rPr>
              <a:t>правлениz</a:t>
            </a:r>
            <a:r>
              <a:rPr lang="en-US" sz="1400" dirty="0" smtClean="0">
                <a:solidFill>
                  <a:srgbClr val="333333"/>
                </a:solidFill>
              </a:rPr>
              <a:t> </a:t>
            </a:r>
            <a:r>
              <a:rPr lang="en-US" sz="1400" dirty="0" err="1" smtClean="0">
                <a:solidFill>
                  <a:srgbClr val="333333"/>
                </a:solidFill>
              </a:rPr>
              <a:t>каталогом</a:t>
            </a:r>
            <a:r>
              <a:rPr lang="en-US" sz="1400" dirty="0" smtClean="0">
                <a:solidFill>
                  <a:srgbClr val="333333"/>
                </a:solidFill>
              </a:rPr>
              <a:t> </a:t>
            </a:r>
            <a:r>
              <a:rPr lang="en-US" sz="1400" dirty="0" err="1" smtClean="0">
                <a:solidFill>
                  <a:srgbClr val="333333"/>
                </a:solidFill>
              </a:rPr>
              <a:t>объектов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66712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 </a:t>
            </a:r>
            <a:r>
              <a:rPr lang="ru-RU" sz="1400" dirty="0" smtClean="0">
                <a:solidFill>
                  <a:srgbClr val="333333"/>
                </a:solidFill>
              </a:rPr>
              <a:t>Модуль администрирования и отчётности</a:t>
            </a:r>
            <a:endParaRPr lang="en-US" sz="1400" dirty="0">
              <a:solidFill>
                <a:srgbClr val="333333"/>
              </a:solidFill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8D9F082-57C1-DCA7-5E83-4F2E7DB416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5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pic>
        <p:nvPicPr>
          <p:cNvPr id="34" name="Рисунок 33" descr="Изображение выглядит как текст, посуда, белый, круж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58A2EB-D9BA-A878-3463-22A65C9A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90" y="1645920"/>
            <a:ext cx="617737" cy="617737"/>
          </a:xfrm>
          <a:prstGeom prst="rect">
            <a:avLst/>
          </a:prstGeom>
        </p:spPr>
      </p:pic>
      <p:pic>
        <p:nvPicPr>
          <p:cNvPr id="36" name="Рисунок 35" descr="Изображение выглядит как текст, круг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608F06-4CCF-227C-3DC7-E75197D45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991" y="2606040"/>
            <a:ext cx="697036" cy="697036"/>
          </a:xfrm>
          <a:prstGeom prst="rect">
            <a:avLst/>
          </a:prstGeom>
        </p:spPr>
      </p:pic>
      <p:pic>
        <p:nvPicPr>
          <p:cNvPr id="38" name="Рисунок 37" descr="Изображение выглядит как символ, логотип, круг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BD12A2-B9C2-C180-01A7-913A28CA6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520" y="1379220"/>
            <a:ext cx="609600" cy="609600"/>
          </a:xfrm>
          <a:prstGeom prst="rect">
            <a:avLst/>
          </a:prstGeom>
        </p:spPr>
      </p:pic>
      <p:pic>
        <p:nvPicPr>
          <p:cNvPr id="40" name="Рисунок 39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3FA661-E879-7A28-4DFC-E48EBBF7F1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831" y="4146452"/>
            <a:ext cx="274320" cy="274320"/>
          </a:xfrm>
          <a:prstGeom prst="rect">
            <a:avLst/>
          </a:prstGeom>
        </p:spPr>
      </p:pic>
      <p:pic>
        <p:nvPicPr>
          <p:cNvPr id="41" name="Рисунок 40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0C0EC3-08FB-933A-D530-822526C5F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831" y="4617720"/>
            <a:ext cx="274320" cy="274320"/>
          </a:xfrm>
          <a:prstGeom prst="rect">
            <a:avLst/>
          </a:prstGeom>
        </p:spPr>
      </p:pic>
      <p:pic>
        <p:nvPicPr>
          <p:cNvPr id="42" name="Рисунок 41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F82D48-BF9A-FC65-EC26-5D656F2BA6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13" y="4160520"/>
            <a:ext cx="274320" cy="274320"/>
          </a:xfrm>
          <a:prstGeom prst="rect">
            <a:avLst/>
          </a:prstGeom>
        </p:spPr>
      </p:pic>
      <p:pic>
        <p:nvPicPr>
          <p:cNvPr id="43" name="Рисунок 42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185E98-84DC-9408-AF6A-0009AA9A4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13" y="45948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Заключение</a:t>
            </a:r>
            <a:endParaRPr lang="en-US" sz="3600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85D8226-7AFD-5842-8666-20BD357D0DEA}"/>
              </a:ext>
            </a:extLst>
          </p:cNvPr>
          <p:cNvGrpSpPr/>
          <p:nvPr/>
        </p:nvGrpSpPr>
        <p:grpSpPr>
          <a:xfrm>
            <a:off x="929640" y="2857500"/>
            <a:ext cx="7315200" cy="2011680"/>
            <a:chOff x="914400" y="1383030"/>
            <a:chExt cx="7315200" cy="2011680"/>
          </a:xfrm>
        </p:grpSpPr>
        <p:sp>
          <p:nvSpPr>
            <p:cNvPr id="3" name="Shape 1"/>
            <p:cNvSpPr/>
            <p:nvPr/>
          </p:nvSpPr>
          <p:spPr>
            <a:xfrm>
              <a:off x="914400" y="1383030"/>
              <a:ext cx="7315200" cy="2011680"/>
            </a:xfrm>
            <a:custGeom>
              <a:avLst/>
              <a:gdLst>
                <a:gd name="connsiteX0" fmla="*/ 0 w 7315200"/>
                <a:gd name="connsiteY0" fmla="*/ 0 h 2011680"/>
                <a:gd name="connsiteX1" fmla="*/ 811322 w 7315200"/>
                <a:gd name="connsiteY1" fmla="*/ 0 h 2011680"/>
                <a:gd name="connsiteX2" fmla="*/ 1622644 w 7315200"/>
                <a:gd name="connsiteY2" fmla="*/ 0 h 2011680"/>
                <a:gd name="connsiteX3" fmla="*/ 2287663 w 7315200"/>
                <a:gd name="connsiteY3" fmla="*/ 0 h 2011680"/>
                <a:gd name="connsiteX4" fmla="*/ 3025833 w 7315200"/>
                <a:gd name="connsiteY4" fmla="*/ 0 h 2011680"/>
                <a:gd name="connsiteX5" fmla="*/ 3617699 w 7315200"/>
                <a:gd name="connsiteY5" fmla="*/ 0 h 2011680"/>
                <a:gd name="connsiteX6" fmla="*/ 4282717 w 7315200"/>
                <a:gd name="connsiteY6" fmla="*/ 0 h 2011680"/>
                <a:gd name="connsiteX7" fmla="*/ 5094039 w 7315200"/>
                <a:gd name="connsiteY7" fmla="*/ 0 h 2011680"/>
                <a:gd name="connsiteX8" fmla="*/ 5612753 w 7315200"/>
                <a:gd name="connsiteY8" fmla="*/ 0 h 2011680"/>
                <a:gd name="connsiteX9" fmla="*/ 6350924 w 7315200"/>
                <a:gd name="connsiteY9" fmla="*/ 0 h 2011680"/>
                <a:gd name="connsiteX10" fmla="*/ 7315200 w 7315200"/>
                <a:gd name="connsiteY10" fmla="*/ 0 h 2011680"/>
                <a:gd name="connsiteX11" fmla="*/ 7315200 w 7315200"/>
                <a:gd name="connsiteY11" fmla="*/ 670560 h 2011680"/>
                <a:gd name="connsiteX12" fmla="*/ 7315200 w 7315200"/>
                <a:gd name="connsiteY12" fmla="*/ 1341120 h 2011680"/>
                <a:gd name="connsiteX13" fmla="*/ 7315200 w 7315200"/>
                <a:gd name="connsiteY13" fmla="*/ 2011680 h 2011680"/>
                <a:gd name="connsiteX14" fmla="*/ 6503878 w 7315200"/>
                <a:gd name="connsiteY14" fmla="*/ 2011680 h 2011680"/>
                <a:gd name="connsiteX15" fmla="*/ 5838860 w 7315200"/>
                <a:gd name="connsiteY15" fmla="*/ 2011680 h 2011680"/>
                <a:gd name="connsiteX16" fmla="*/ 5173841 w 7315200"/>
                <a:gd name="connsiteY16" fmla="*/ 2011680 h 2011680"/>
                <a:gd name="connsiteX17" fmla="*/ 4508823 w 7315200"/>
                <a:gd name="connsiteY17" fmla="*/ 2011680 h 2011680"/>
                <a:gd name="connsiteX18" fmla="*/ 3843805 w 7315200"/>
                <a:gd name="connsiteY18" fmla="*/ 2011680 h 2011680"/>
                <a:gd name="connsiteX19" fmla="*/ 3251939 w 7315200"/>
                <a:gd name="connsiteY19" fmla="*/ 2011680 h 2011680"/>
                <a:gd name="connsiteX20" fmla="*/ 2513769 w 7315200"/>
                <a:gd name="connsiteY20" fmla="*/ 2011680 h 2011680"/>
                <a:gd name="connsiteX21" fmla="*/ 1848751 w 7315200"/>
                <a:gd name="connsiteY21" fmla="*/ 2011680 h 2011680"/>
                <a:gd name="connsiteX22" fmla="*/ 1037428 w 7315200"/>
                <a:gd name="connsiteY22" fmla="*/ 2011680 h 2011680"/>
                <a:gd name="connsiteX23" fmla="*/ 0 w 7315200"/>
                <a:gd name="connsiteY23" fmla="*/ 2011680 h 2011680"/>
                <a:gd name="connsiteX24" fmla="*/ 0 w 7315200"/>
                <a:gd name="connsiteY24" fmla="*/ 1321003 h 2011680"/>
                <a:gd name="connsiteX25" fmla="*/ 0 w 7315200"/>
                <a:gd name="connsiteY25" fmla="*/ 650443 h 2011680"/>
                <a:gd name="connsiteX26" fmla="*/ 0 w 7315200"/>
                <a:gd name="connsiteY26" fmla="*/ 0 h 201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15200" h="2011680" fill="none" extrusionOk="0">
                  <a:moveTo>
                    <a:pt x="0" y="0"/>
                  </a:moveTo>
                  <a:cubicBezTo>
                    <a:pt x="216654" y="21256"/>
                    <a:pt x="544550" y="28709"/>
                    <a:pt x="811322" y="0"/>
                  </a:cubicBezTo>
                  <a:cubicBezTo>
                    <a:pt x="1078094" y="-28709"/>
                    <a:pt x="1383850" y="-15021"/>
                    <a:pt x="1622644" y="0"/>
                  </a:cubicBezTo>
                  <a:cubicBezTo>
                    <a:pt x="1861438" y="15021"/>
                    <a:pt x="2122068" y="-30965"/>
                    <a:pt x="2287663" y="0"/>
                  </a:cubicBezTo>
                  <a:cubicBezTo>
                    <a:pt x="2453258" y="30965"/>
                    <a:pt x="2800353" y="12677"/>
                    <a:pt x="3025833" y="0"/>
                  </a:cubicBezTo>
                  <a:cubicBezTo>
                    <a:pt x="3251313" y="-12677"/>
                    <a:pt x="3383997" y="6328"/>
                    <a:pt x="3617699" y="0"/>
                  </a:cubicBezTo>
                  <a:cubicBezTo>
                    <a:pt x="3851401" y="-6328"/>
                    <a:pt x="4131834" y="18959"/>
                    <a:pt x="4282717" y="0"/>
                  </a:cubicBezTo>
                  <a:cubicBezTo>
                    <a:pt x="4433600" y="-18959"/>
                    <a:pt x="4719059" y="-35645"/>
                    <a:pt x="5094039" y="0"/>
                  </a:cubicBezTo>
                  <a:cubicBezTo>
                    <a:pt x="5469019" y="35645"/>
                    <a:pt x="5392569" y="-21314"/>
                    <a:pt x="5612753" y="0"/>
                  </a:cubicBezTo>
                  <a:cubicBezTo>
                    <a:pt x="5832937" y="21314"/>
                    <a:pt x="6196630" y="-19971"/>
                    <a:pt x="6350924" y="0"/>
                  </a:cubicBezTo>
                  <a:cubicBezTo>
                    <a:pt x="6505218" y="19971"/>
                    <a:pt x="7046251" y="-41944"/>
                    <a:pt x="7315200" y="0"/>
                  </a:cubicBezTo>
                  <a:cubicBezTo>
                    <a:pt x="7323886" y="315829"/>
                    <a:pt x="7317902" y="413037"/>
                    <a:pt x="7315200" y="670560"/>
                  </a:cubicBezTo>
                  <a:cubicBezTo>
                    <a:pt x="7312498" y="928083"/>
                    <a:pt x="7340688" y="1182987"/>
                    <a:pt x="7315200" y="1341120"/>
                  </a:cubicBezTo>
                  <a:cubicBezTo>
                    <a:pt x="7289712" y="1499253"/>
                    <a:pt x="7301517" y="1854889"/>
                    <a:pt x="7315200" y="2011680"/>
                  </a:cubicBezTo>
                  <a:cubicBezTo>
                    <a:pt x="7037562" y="2035266"/>
                    <a:pt x="6710682" y="1991980"/>
                    <a:pt x="6503878" y="2011680"/>
                  </a:cubicBezTo>
                  <a:cubicBezTo>
                    <a:pt x="6297074" y="2031380"/>
                    <a:pt x="6072819" y="2005680"/>
                    <a:pt x="5838860" y="2011680"/>
                  </a:cubicBezTo>
                  <a:cubicBezTo>
                    <a:pt x="5604901" y="2017680"/>
                    <a:pt x="5355742" y="1997037"/>
                    <a:pt x="5173841" y="2011680"/>
                  </a:cubicBezTo>
                  <a:cubicBezTo>
                    <a:pt x="4991940" y="2026323"/>
                    <a:pt x="4732998" y="2027011"/>
                    <a:pt x="4508823" y="2011680"/>
                  </a:cubicBezTo>
                  <a:cubicBezTo>
                    <a:pt x="4284648" y="1996349"/>
                    <a:pt x="4111887" y="2003505"/>
                    <a:pt x="3843805" y="2011680"/>
                  </a:cubicBezTo>
                  <a:cubicBezTo>
                    <a:pt x="3575723" y="2019855"/>
                    <a:pt x="3412352" y="2029682"/>
                    <a:pt x="3251939" y="2011680"/>
                  </a:cubicBezTo>
                  <a:cubicBezTo>
                    <a:pt x="3091526" y="1993678"/>
                    <a:pt x="2734919" y="2020270"/>
                    <a:pt x="2513769" y="2011680"/>
                  </a:cubicBezTo>
                  <a:cubicBezTo>
                    <a:pt x="2292619" y="2003091"/>
                    <a:pt x="2180458" y="2014621"/>
                    <a:pt x="1848751" y="2011680"/>
                  </a:cubicBezTo>
                  <a:cubicBezTo>
                    <a:pt x="1517044" y="2008739"/>
                    <a:pt x="1433761" y="1978846"/>
                    <a:pt x="1037428" y="2011680"/>
                  </a:cubicBezTo>
                  <a:cubicBezTo>
                    <a:pt x="641095" y="2044514"/>
                    <a:pt x="358754" y="1966157"/>
                    <a:pt x="0" y="2011680"/>
                  </a:cubicBezTo>
                  <a:cubicBezTo>
                    <a:pt x="4164" y="1801656"/>
                    <a:pt x="10900" y="1491583"/>
                    <a:pt x="0" y="1321003"/>
                  </a:cubicBezTo>
                  <a:cubicBezTo>
                    <a:pt x="-10900" y="1150423"/>
                    <a:pt x="-22559" y="894370"/>
                    <a:pt x="0" y="650443"/>
                  </a:cubicBezTo>
                  <a:cubicBezTo>
                    <a:pt x="22559" y="406516"/>
                    <a:pt x="13447" y="217997"/>
                    <a:pt x="0" y="0"/>
                  </a:cubicBezTo>
                  <a:close/>
                </a:path>
                <a:path w="7315200" h="2011680" stroke="0" extrusionOk="0">
                  <a:moveTo>
                    <a:pt x="0" y="0"/>
                  </a:moveTo>
                  <a:cubicBezTo>
                    <a:pt x="147277" y="3206"/>
                    <a:pt x="352814" y="14091"/>
                    <a:pt x="591866" y="0"/>
                  </a:cubicBezTo>
                  <a:cubicBezTo>
                    <a:pt x="830918" y="-14091"/>
                    <a:pt x="825948" y="-1706"/>
                    <a:pt x="1037428" y="0"/>
                  </a:cubicBezTo>
                  <a:cubicBezTo>
                    <a:pt x="1248908" y="1706"/>
                    <a:pt x="1672494" y="19894"/>
                    <a:pt x="1848751" y="0"/>
                  </a:cubicBezTo>
                  <a:cubicBezTo>
                    <a:pt x="2025008" y="-19894"/>
                    <a:pt x="2248617" y="6632"/>
                    <a:pt x="2440617" y="0"/>
                  </a:cubicBezTo>
                  <a:cubicBezTo>
                    <a:pt x="2632617" y="-6632"/>
                    <a:pt x="2784348" y="-10989"/>
                    <a:pt x="3032483" y="0"/>
                  </a:cubicBezTo>
                  <a:cubicBezTo>
                    <a:pt x="3280618" y="10989"/>
                    <a:pt x="3584077" y="21452"/>
                    <a:pt x="3843805" y="0"/>
                  </a:cubicBezTo>
                  <a:cubicBezTo>
                    <a:pt x="4103533" y="-21452"/>
                    <a:pt x="4203101" y="-18054"/>
                    <a:pt x="4362519" y="0"/>
                  </a:cubicBezTo>
                  <a:cubicBezTo>
                    <a:pt x="4521937" y="18054"/>
                    <a:pt x="4778697" y="-2015"/>
                    <a:pt x="5173841" y="0"/>
                  </a:cubicBezTo>
                  <a:cubicBezTo>
                    <a:pt x="5568985" y="2015"/>
                    <a:pt x="5802796" y="28199"/>
                    <a:pt x="5985164" y="0"/>
                  </a:cubicBezTo>
                  <a:cubicBezTo>
                    <a:pt x="6167532" y="-28199"/>
                    <a:pt x="6387563" y="-1323"/>
                    <a:pt x="6650182" y="0"/>
                  </a:cubicBezTo>
                  <a:cubicBezTo>
                    <a:pt x="6912801" y="1323"/>
                    <a:pt x="7104607" y="14163"/>
                    <a:pt x="7315200" y="0"/>
                  </a:cubicBezTo>
                  <a:cubicBezTo>
                    <a:pt x="7340672" y="170507"/>
                    <a:pt x="7328498" y="359958"/>
                    <a:pt x="7315200" y="650443"/>
                  </a:cubicBezTo>
                  <a:cubicBezTo>
                    <a:pt x="7301902" y="940928"/>
                    <a:pt x="7322825" y="1080158"/>
                    <a:pt x="7315200" y="1260653"/>
                  </a:cubicBezTo>
                  <a:cubicBezTo>
                    <a:pt x="7307576" y="1441148"/>
                    <a:pt x="7287164" y="1837627"/>
                    <a:pt x="7315200" y="2011680"/>
                  </a:cubicBezTo>
                  <a:cubicBezTo>
                    <a:pt x="7163674" y="2033775"/>
                    <a:pt x="6808615" y="2030182"/>
                    <a:pt x="6650182" y="2011680"/>
                  </a:cubicBezTo>
                  <a:cubicBezTo>
                    <a:pt x="6491749" y="1993178"/>
                    <a:pt x="6151361" y="2000554"/>
                    <a:pt x="5985164" y="2011680"/>
                  </a:cubicBezTo>
                  <a:cubicBezTo>
                    <a:pt x="5818967" y="2022806"/>
                    <a:pt x="5371563" y="1998289"/>
                    <a:pt x="5173841" y="2011680"/>
                  </a:cubicBezTo>
                  <a:cubicBezTo>
                    <a:pt x="4976119" y="2025071"/>
                    <a:pt x="4750048" y="2022910"/>
                    <a:pt x="4508823" y="2011680"/>
                  </a:cubicBezTo>
                  <a:cubicBezTo>
                    <a:pt x="4267598" y="2000450"/>
                    <a:pt x="4186466" y="1993880"/>
                    <a:pt x="4063261" y="2011680"/>
                  </a:cubicBezTo>
                  <a:cubicBezTo>
                    <a:pt x="3940056" y="2029480"/>
                    <a:pt x="3720511" y="2016859"/>
                    <a:pt x="3544547" y="2011680"/>
                  </a:cubicBezTo>
                  <a:cubicBezTo>
                    <a:pt x="3368583" y="2006501"/>
                    <a:pt x="3103845" y="2042546"/>
                    <a:pt x="2733225" y="2011680"/>
                  </a:cubicBezTo>
                  <a:cubicBezTo>
                    <a:pt x="2362605" y="1980814"/>
                    <a:pt x="2239396" y="2038885"/>
                    <a:pt x="2068207" y="2011680"/>
                  </a:cubicBezTo>
                  <a:cubicBezTo>
                    <a:pt x="1897018" y="1984475"/>
                    <a:pt x="1772226" y="2023285"/>
                    <a:pt x="1549492" y="2011680"/>
                  </a:cubicBezTo>
                  <a:cubicBezTo>
                    <a:pt x="1326759" y="2000075"/>
                    <a:pt x="1186693" y="2042275"/>
                    <a:pt x="884474" y="2011680"/>
                  </a:cubicBezTo>
                  <a:cubicBezTo>
                    <a:pt x="582255" y="1981085"/>
                    <a:pt x="183568" y="2028425"/>
                    <a:pt x="0" y="2011680"/>
                  </a:cubicBezTo>
                  <a:cubicBezTo>
                    <a:pt x="17611" y="1765741"/>
                    <a:pt x="-7383" y="1567928"/>
                    <a:pt x="0" y="1401470"/>
                  </a:cubicBezTo>
                  <a:cubicBezTo>
                    <a:pt x="7383" y="1235012"/>
                    <a:pt x="-30721" y="920744"/>
                    <a:pt x="0" y="710794"/>
                  </a:cubicBezTo>
                  <a:cubicBezTo>
                    <a:pt x="30721" y="500844"/>
                    <a:pt x="34940" y="206801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3EBF2"/>
                </a:gs>
                <a:gs pos="77000">
                  <a:srgbClr val="FEFEFE"/>
                </a:gs>
                <a:gs pos="26000">
                  <a:srgbClr val="FEFEFE"/>
                </a:gs>
                <a:gs pos="100000">
                  <a:srgbClr val="BEEEF4"/>
                </a:gs>
              </a:gsLst>
              <a:path path="circle">
                <a:fillToRect l="100000" t="100000"/>
              </a:path>
            </a:gradFill>
            <a:ln w="508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280160" y="1840230"/>
              <a:ext cx="65836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 err="1">
                  <a:solidFill>
                    <a:srgbClr val="006064"/>
                  </a:solidFill>
                </a:rPr>
                <a:t>Поставленная</a:t>
              </a:r>
              <a:r>
                <a:rPr lang="en-US" sz="2400" b="1" dirty="0">
                  <a:solidFill>
                    <a:srgbClr val="006064"/>
                  </a:solidFill>
                </a:rPr>
                <a:t> </a:t>
              </a:r>
              <a:r>
                <a:rPr lang="en-US" sz="2400" b="1" dirty="0" err="1">
                  <a:solidFill>
                    <a:srgbClr val="006064"/>
                  </a:solidFill>
                </a:rPr>
                <a:t>цель</a:t>
              </a:r>
              <a:r>
                <a:rPr lang="en-US" sz="2400" b="1" dirty="0">
                  <a:solidFill>
                    <a:srgbClr val="006064"/>
                  </a:solidFill>
                </a:rPr>
                <a:t> </a:t>
              </a:r>
              <a:r>
                <a:rPr lang="en-US" sz="2400" b="1" dirty="0" err="1">
                  <a:solidFill>
                    <a:srgbClr val="006064"/>
                  </a:solidFill>
                </a:rPr>
                <a:t>достигнута</a:t>
              </a:r>
              <a:endParaRPr lang="en-US" sz="2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280160" y="2480310"/>
              <a:ext cx="65836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0ACC1"/>
                  </a:solidFill>
                </a:rPr>
                <a:t>и все компетенции закрыты</a:t>
              </a:r>
              <a:endParaRPr lang="en-US" sz="2400" dirty="0"/>
            </a:p>
          </p:txBody>
        </p:sp>
      </p:grpSp>
      <p:sp>
        <p:nvSpPr>
          <p:cNvPr id="6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6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pic>
        <p:nvPicPr>
          <p:cNvPr id="16" name="Рисунок 15" descr="Изображение выглядит как символ, круг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1252F4-9C50-3662-0FE0-A37C7F673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69" y="777240"/>
            <a:ext cx="1897099" cy="1851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182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ФЕДЕРАЛЬНОЕ ГОСУДАРСТВЕННОЕ БЮДЖЕТНОЕ ОБРАЗОВАТЕЛЬНОЕ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УЧРЕЖДЕНИЕ ВЫСШЕГО ОБРАЗОВАНИЯ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«САНКТ-ПЕТЕРБУРГСКИЙ ГОСУДАРСТВЕННЫЙ УНИВЕРСИТЕТ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ТЕЛЕКОММУНИКАЦИЙ ИМ. ПРОФ. М.А. БОНЧ-БРУЕВИЧА»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(СПбГУТ)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АРХАНГЕЛЬСКИЙ КОЛЛЕДЖ ТЕЛЕКОММУНИКАЦИЙ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ИМ. Б.Л. РОЗИНГА (ФИЛИАЛ) СПбГУТ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(АКТ (ф) СПбГУТ)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359489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400" b="1" dirty="0" smtClean="0">
                <a:solidFill>
                  <a:srgbClr val="006064"/>
                </a:solidFill>
              </a:rPr>
              <a:t>Дипломный</a:t>
            </a:r>
            <a:r>
              <a:rPr lang="en-US" sz="2400" b="1" dirty="0" smtClean="0">
                <a:solidFill>
                  <a:srgbClr val="006064"/>
                </a:solidFill>
              </a:rPr>
              <a:t> </a:t>
            </a:r>
            <a:r>
              <a:rPr lang="en-US" sz="2400" b="1" dirty="0">
                <a:solidFill>
                  <a:srgbClr val="006064"/>
                </a:solidFill>
              </a:rPr>
              <a:t>проект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0" y="278163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РАЗРАБОТКА </a:t>
            </a:r>
            <a:r>
              <a:rPr lang="ru-RU" sz="2000" b="1" dirty="0" smtClean="0">
                <a:solidFill>
                  <a:srgbClr val="00ACC1"/>
                </a:solidFill>
              </a:rPr>
              <a:t>ИНФОРМАЦИОННОЙ </a:t>
            </a:r>
            <a:r>
              <a:rPr lang="en-US" sz="2000" b="1" dirty="0" smtClean="0">
                <a:solidFill>
                  <a:srgbClr val="00ACC1"/>
                </a:solidFill>
              </a:rPr>
              <a:t>СИСТЕМЫ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АРХРЕЕСТР. ПОИСК НЕДВИЖИМОСТИ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742261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Студент группы ИСПП-21: Маратканов Андрей Алексеевич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09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000000"/>
                </a:solidFill>
              </a:rPr>
              <a:t>Руководитель</a:t>
            </a:r>
            <a:r>
              <a:rPr lang="en-US" sz="1400" dirty="0" smtClean="0">
                <a:solidFill>
                  <a:srgbClr val="000000"/>
                </a:solidFill>
              </a:rPr>
              <a:t>: </a:t>
            </a:r>
            <a:r>
              <a:rPr lang="ru-RU" sz="1400" dirty="0" smtClean="0">
                <a:solidFill>
                  <a:srgbClr val="000000"/>
                </a:solidFill>
              </a:rPr>
              <a:t>Садовский Роман Викторович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604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Архангельск, </a:t>
            </a:r>
            <a:r>
              <a:rPr lang="en-US" sz="1200" dirty="0" smtClean="0">
                <a:solidFill>
                  <a:srgbClr val="666666"/>
                </a:solidFill>
              </a:rPr>
              <a:t>202</a:t>
            </a:r>
            <a:r>
              <a:rPr lang="ru-RU" sz="1200" dirty="0" smtClean="0">
                <a:solidFill>
                  <a:srgbClr val="666666"/>
                </a:solidFill>
              </a:rPr>
              <a:t>6</a:t>
            </a:r>
            <a:endParaRPr lang="en-US" sz="1200" dirty="0"/>
          </a:p>
        </p:txBody>
      </p:sp>
      <p:pic>
        <p:nvPicPr>
          <p:cNvPr id="9" name="Рисунок 8" descr="Изображение выглядит как логотип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74151E-875C-3F5B-64CF-13FDB55E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960" y="1583221"/>
            <a:ext cx="830080" cy="82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06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4BC38D-BADB-41A4-A3D7-D044FFB7DF6F}">
  <we:reference id="wa200005566" version="3.0.0.3" store="ru-RU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313</Words>
  <Application>Microsoft Office PowerPoint</Application>
  <PresentationFormat>Экран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СПбГУТ - АКТ (ф) СПбГУТ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</dc:title>
  <dc:subject>РАЗРАБОТКА ПОДСИСТЕМЫ АРХРЕЕСТР. ПОИСК НЕДВИЖИМОСТИ</dc:subject>
  <dc:creator>Маратканов Андрей Алексеевич</dc:creator>
  <cp:lastModifiedBy>0109-02</cp:lastModifiedBy>
  <cp:revision>27</cp:revision>
  <dcterms:created xsi:type="dcterms:W3CDTF">2025-12-08T20:05:01Z</dcterms:created>
  <dcterms:modified xsi:type="dcterms:W3CDTF">2026-05-22T12:36:02Z</dcterms:modified>
</cp:coreProperties>
</file>